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Inter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rId2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pn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pn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pn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png"/><Relationship Id="rId41" Type="http://schemas.openxmlformats.org/officeDocument/2006/relationships/image" Target="../media/image-10-41.png"/><Relationship Id="rId42" Type="http://schemas.openxmlformats.org/officeDocument/2006/relationships/image" Target="../media/image-10-42.png"/><Relationship Id="rId43" Type="http://schemas.openxmlformats.org/officeDocument/2006/relationships/image" Target="../media/image-10-43.png"/><Relationship Id="rId44" Type="http://schemas.openxmlformats.org/officeDocument/2006/relationships/image" Target="../media/image-10-44.png"/><Relationship Id="rId45" Type="http://schemas.openxmlformats.org/officeDocument/2006/relationships/image" Target="../media/image-10-45.png"/><Relationship Id="rId46" Type="http://schemas.openxmlformats.org/officeDocument/2006/relationships/image" Target="../media/image-10-46.png"/><Relationship Id="rId47" Type="http://schemas.openxmlformats.org/officeDocument/2006/relationships/image" Target="../media/image-10-47.png"/><Relationship Id="rId48" Type="http://schemas.openxmlformats.org/officeDocument/2006/relationships/image" Target="../media/image-10-48.png"/><Relationship Id="rId49" Type="http://schemas.openxmlformats.org/officeDocument/2006/relationships/image" Target="../media/image-10-49.png"/><Relationship Id="rId50" Type="http://schemas.openxmlformats.org/officeDocument/2006/relationships/image" Target="../media/image-10-50.png"/><Relationship Id="rId51" Type="http://schemas.openxmlformats.org/officeDocument/2006/relationships/image" Target="../media/image-10-51.png"/><Relationship Id="rId52" Type="http://schemas.openxmlformats.org/officeDocument/2006/relationships/image" Target="../media/image-10-52.png"/><Relationship Id="rId53" Type="http://schemas.openxmlformats.org/officeDocument/2006/relationships/image" Target="../media/image-10-53.png"/><Relationship Id="rId54" Type="http://schemas.openxmlformats.org/officeDocument/2006/relationships/image" Target="../media/image-10-54.png"/><Relationship Id="rId55" Type="http://schemas.openxmlformats.org/officeDocument/2006/relationships/image" Target="../media/image-10-55.png"/><Relationship Id="rId56" Type="http://schemas.openxmlformats.org/officeDocument/2006/relationships/image" Target="../media/image-10-56.png"/><Relationship Id="rId57" Type="http://schemas.openxmlformats.org/officeDocument/2006/relationships/image" Target="../media/image-10-57.png"/><Relationship Id="rId58" Type="http://schemas.openxmlformats.org/officeDocument/2006/relationships/image" Target="../media/image-10-58.png"/><Relationship Id="rId59" Type="http://schemas.openxmlformats.org/officeDocument/2006/relationships/image" Target="../media/image-10-59.png"/><Relationship Id="rId60" Type="http://schemas.openxmlformats.org/officeDocument/2006/relationships/image" Target="../media/image-10-60.png"/><Relationship Id="rId61" Type="http://schemas.openxmlformats.org/officeDocument/2006/relationships/image" Target="../media/image-10-61.png"/><Relationship Id="rId62" Type="http://schemas.openxmlformats.org/officeDocument/2006/relationships/slideLayout" Target="../slideLayouts/slideLayout1.xml"/><Relationship Id="rId6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slideLayout" Target="../slideLayouts/slideLayout1.xml"/><Relationship Id="rId3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png"/><Relationship Id="rId35" Type="http://schemas.openxmlformats.org/officeDocument/2006/relationships/image" Target="../media/image-12-35.png"/><Relationship Id="rId36" Type="http://schemas.openxmlformats.org/officeDocument/2006/relationships/image" Target="../media/image-12-36.png"/><Relationship Id="rId37" Type="http://schemas.openxmlformats.org/officeDocument/2006/relationships/image" Target="../media/image-12-37.png"/><Relationship Id="rId38" Type="http://schemas.openxmlformats.org/officeDocument/2006/relationships/image" Target="../media/image-12-38.png"/><Relationship Id="rId39" Type="http://schemas.openxmlformats.org/officeDocument/2006/relationships/image" Target="../media/image-12-39.png"/><Relationship Id="rId40" Type="http://schemas.openxmlformats.org/officeDocument/2006/relationships/image" Target="../media/image-12-40.png"/><Relationship Id="rId41" Type="http://schemas.openxmlformats.org/officeDocument/2006/relationships/image" Target="../media/image-12-41.png"/><Relationship Id="rId42" Type="http://schemas.openxmlformats.org/officeDocument/2006/relationships/image" Target="../media/image-12-42.png"/><Relationship Id="rId43" Type="http://schemas.openxmlformats.org/officeDocument/2006/relationships/image" Target="../media/image-12-43.png"/><Relationship Id="rId44" Type="http://schemas.openxmlformats.org/officeDocument/2006/relationships/image" Target="../media/image-12-44.png"/><Relationship Id="rId45" Type="http://schemas.openxmlformats.org/officeDocument/2006/relationships/image" Target="../media/image-12-45.png"/><Relationship Id="rId46" Type="http://schemas.openxmlformats.org/officeDocument/2006/relationships/image" Target="../media/image-12-46.png"/><Relationship Id="rId47" Type="http://schemas.openxmlformats.org/officeDocument/2006/relationships/image" Target="../media/image-12-47.png"/><Relationship Id="rId48" Type="http://schemas.openxmlformats.org/officeDocument/2006/relationships/image" Target="../media/image-12-4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375" y="1281113"/>
            <a:ext cx="8048625" cy="263366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1095375" y="1281113"/>
            <a:ext cx="6934200" cy="1890713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1095375" y="1281113"/>
            <a:ext cx="69342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103" kern="0" dirty="0">
                <a:solidFill>
                  <a:srgbClr val="BCC0C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PTCG一站式交易平台</a:t>
            </a:r>
            <a:endParaRPr lang="en-US" sz="1710" dirty="0"/>
          </a:p>
        </p:txBody>
      </p:sp>
      <p:sp>
        <p:nvSpPr>
          <p:cNvPr id="5" name="Text 3"/>
          <p:cNvSpPr/>
          <p:nvPr/>
        </p:nvSpPr>
        <p:spPr>
          <a:xfrm>
            <a:off x="1095375" y="1747838"/>
            <a:ext cx="6934200" cy="1423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420" b="1" spc="-8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python網站框架開發助理證書</a:t>
            </a:r>
            <a:pPr algn="l" indent="0" marL="0">
              <a:lnSpc>
                <a:spcPts val="4988"/>
              </a:lnSpc>
              <a:buNone/>
            </a:pPr>
            <a:r>
              <a:rPr lang="en-US" sz="4988" b="1" spc="-12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3420" dirty="0"/>
          </a:p>
          <a:p>
            <a:pPr algn="l" indent="0" marL="0">
              <a:lnSpc>
                <a:spcPts val="5062"/>
              </a:lnSpc>
              <a:buNone/>
            </a:pPr>
            <a:r>
              <a:rPr lang="en-US" sz="3420" b="1" spc="-8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CT290DS10</a:t>
            </a:r>
            <a:endParaRPr lang="en-US" sz="3420" dirty="0"/>
          </a:p>
        </p:txBody>
      </p:sp>
      <p:sp>
        <p:nvSpPr>
          <p:cNvPr id="6" name="Text 4"/>
          <p:cNvSpPr/>
          <p:nvPr/>
        </p:nvSpPr>
        <p:spPr>
          <a:xfrm>
            <a:off x="1095375" y="3457575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spc="-28" kern="0" dirty="0">
                <a:solidFill>
                  <a:srgbClr val="BCC0C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趙功就 李卓仁 梁子奇 許金澎</a:t>
            </a:r>
            <a:endParaRPr lang="en-US" sz="1425" dirty="0"/>
          </a:p>
          <a:p>
            <a:pPr algn="l" indent="0" marL="0">
              <a:lnSpc>
                <a:spcPts val="1710"/>
              </a:lnSpc>
              <a:buNone/>
            </a:pPr>
            <a:r>
              <a:rPr lang="en-US" sz="1425" spc="-28" kern="0" dirty="0">
                <a:solidFill>
                  <a:srgbClr val="BCC0C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2026-08-24</a:t>
            </a:r>
            <a:endParaRPr lang="en-US" sz="14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5375" y="4838700"/>
            <a:ext cx="6953250" cy="1143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6700" y="3333750"/>
            <a:ext cx="4095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5375" y="4838700"/>
            <a:ext cx="6953250" cy="114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53113" y="309563"/>
            <a:ext cx="2652713" cy="44521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4850" y="1562368"/>
            <a:ext cx="2103062" cy="293472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65797" y="1524000"/>
            <a:ext cx="2177966" cy="304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42950" y="552450"/>
            <a:ext cx="1804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88"/>
              </a:lnSpc>
              <a:buNone/>
            </a:pPr>
            <a:r>
              <a:rPr lang="en-US" sz="4988" b="1" spc="-12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PTCG</a:t>
            </a:r>
            <a:endParaRPr lang="en-US" sz="49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4838" y="247650"/>
            <a:ext cx="7740437" cy="46434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514475"/>
            <a:ext cx="3381375" cy="6715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81000" y="1514475"/>
            <a:ext cx="3381375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6"/>
              </a:lnSpc>
              <a:buNone/>
            </a:pPr>
            <a:r>
              <a:rPr lang="en-US" sz="2280" b="1" spc="-5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市場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381000" y="2009775"/>
            <a:ext cx="33813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998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PTCG興起</a:t>
            </a:r>
            <a:endParaRPr lang="en-US" sz="998" dirty="0"/>
          </a:p>
        </p:txBody>
      </p:sp>
      <p:sp>
        <p:nvSpPr>
          <p:cNvPr id="5" name="Text 3"/>
          <p:cNvSpPr/>
          <p:nvPr/>
        </p:nvSpPr>
        <p:spPr>
          <a:xfrm>
            <a:off x="381000" y="2386013"/>
            <a:ext cx="33813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998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多人玩的須求</a:t>
            </a:r>
            <a:endParaRPr lang="en-US" sz="998" dirty="0"/>
          </a:p>
        </p:txBody>
      </p:sp>
      <p:sp>
        <p:nvSpPr>
          <p:cNvPr id="6" name="Text 4"/>
          <p:cNvSpPr/>
          <p:nvPr/>
        </p:nvSpPr>
        <p:spPr>
          <a:xfrm>
            <a:off x="381000" y="2719388"/>
            <a:ext cx="33813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998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頻繁交易</a:t>
            </a:r>
            <a:endParaRPr lang="en-US" sz="998" dirty="0"/>
          </a:p>
        </p:txBody>
      </p:sp>
      <p:sp>
        <p:nvSpPr>
          <p:cNvPr id="7" name="Text 5"/>
          <p:cNvSpPr/>
          <p:nvPr/>
        </p:nvSpPr>
        <p:spPr>
          <a:xfrm>
            <a:off x="381000" y="3095625"/>
            <a:ext cx="33813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998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目標人物 玩家 炒家 好奇者</a:t>
            </a:r>
            <a:endParaRPr lang="en-US" sz="998" dirty="0"/>
          </a:p>
        </p:txBody>
      </p:sp>
      <p:sp>
        <p:nvSpPr>
          <p:cNvPr id="8" name="Text 6"/>
          <p:cNvSpPr/>
          <p:nvPr/>
        </p:nvSpPr>
        <p:spPr>
          <a:xfrm>
            <a:off x="381000" y="3481388"/>
            <a:ext cx="338137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998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MEME</a:t>
            </a:r>
            <a:endParaRPr lang="en-US" sz="998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5029200"/>
            <a:ext cx="914400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24113" y="1700213"/>
            <a:ext cx="3819525" cy="2148483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34000" y="2809875"/>
            <a:ext cx="3238500" cy="19685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81625" y="842963"/>
            <a:ext cx="3381375" cy="18763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952750" y="4048125"/>
            <a:ext cx="1524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3"/>
              </a:lnSpc>
              <a:buNone/>
            </a:pPr>
            <a:r>
              <a:rPr lang="en-US" sz="2565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HKD1.3億</a:t>
            </a:r>
            <a:endParaRPr lang="en-US" sz="2565" dirty="0"/>
          </a:p>
        </p:txBody>
      </p:sp>
      <p:sp>
        <p:nvSpPr>
          <p:cNvPr id="14" name="Text 8"/>
          <p:cNvSpPr/>
          <p:nvPr/>
        </p:nvSpPr>
        <p:spPr>
          <a:xfrm>
            <a:off x="381000" y="4381500"/>
            <a:ext cx="7143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4"/>
              </a:lnSpc>
              <a:buNone/>
            </a:pPr>
            <a:r>
              <a:rPr lang="en-US" sz="2227" b="1" spc="-2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1996</a:t>
            </a:r>
            <a:endParaRPr lang="en-US" sz="2227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900488" y="280988"/>
            <a:ext cx="1433513" cy="1433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23875"/>
            <a:ext cx="4095750" cy="4095750"/>
          </a:xfrm>
          <a:prstGeom prst="roundRect">
            <a:avLst>
              <a:gd name="adj" fmla="val 3572"/>
            </a:avLst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450" y="1157288"/>
            <a:ext cx="3752850" cy="282892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928688" y="1157288"/>
            <a:ext cx="2828735" cy="2828735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8688" y="1157288"/>
            <a:ext cx="2828735" cy="28287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31101" y="2462213"/>
            <a:ext cx="8191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42" b="1" spc="-1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顧客心聲</a:t>
            </a:r>
            <a:endParaRPr lang="en-US" sz="15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9454" y="2336881"/>
            <a:ext cx="469548" cy="46954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538" y="1233488"/>
            <a:ext cx="1659152" cy="343570"/>
          </a:xfrm>
          <a:prstGeom prst="rect">
            <a:avLst/>
          </a:prstGeom>
          <a:noFill/>
          <a:ln/>
        </p:spPr>
      </p:sp>
      <p:sp>
        <p:nvSpPr>
          <p:cNvPr id="9" name="Text 5"/>
          <p:cNvSpPr/>
          <p:nvPr/>
        </p:nvSpPr>
        <p:spPr>
          <a:xfrm>
            <a:off x="109538" y="1338598"/>
            <a:ext cx="12239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900" b="1" spc="-9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價格不透明與資訊零碎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425118" y="1233488"/>
            <a:ext cx="343570" cy="34357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193219" y="1403505"/>
            <a:ext cx="1230527" cy="352425"/>
          </a:xfrm>
          <a:prstGeom prst="rect">
            <a:avLst/>
          </a:prstGeom>
          <a:noFill/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193219" y="1407932"/>
            <a:ext cx="343570" cy="3435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28406" y="1403505"/>
            <a:ext cx="7953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卡牌網上搜尋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極具風險</a:t>
            </a:r>
            <a:endParaRPr lang="en-US" sz="998" dirty="0"/>
          </a:p>
        </p:txBody>
      </p:sp>
      <p:sp>
        <p:nvSpPr>
          <p:cNvPr id="14" name="Shape 8"/>
          <p:cNvSpPr/>
          <p:nvPr/>
        </p:nvSpPr>
        <p:spPr>
          <a:xfrm>
            <a:off x="261937" y="3396221"/>
            <a:ext cx="1230527" cy="343570"/>
          </a:xfrm>
          <a:prstGeom prst="rect">
            <a:avLst/>
          </a:prstGeom>
          <a:noFill/>
          <a:ln/>
        </p:spPr>
      </p:sp>
      <p:sp>
        <p:nvSpPr>
          <p:cNvPr id="15" name="Text 9"/>
          <p:cNvSpPr/>
          <p:nvPr/>
        </p:nvSpPr>
        <p:spPr>
          <a:xfrm>
            <a:off x="261937" y="3479900"/>
            <a:ext cx="795338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二手市場混亂</a:t>
            </a:r>
            <a:endParaRPr lang="en-US" sz="998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48893" y="3396221"/>
            <a:ext cx="343570" cy="34357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193219" y="3396221"/>
            <a:ext cx="1097177" cy="352425"/>
          </a:xfrm>
          <a:prstGeom prst="rect">
            <a:avLst/>
          </a:prstGeom>
          <a:noFill/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193219" y="3400648"/>
            <a:ext cx="343570" cy="34357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628406" y="3396221"/>
            <a:ext cx="66198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地域與信任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998" dirty="0"/>
          </a:p>
        </p:txBody>
      </p:sp>
      <p:sp>
        <p:nvSpPr>
          <p:cNvPr id="20" name="Text 12"/>
          <p:cNvSpPr/>
          <p:nvPr/>
        </p:nvSpPr>
        <p:spPr>
          <a:xfrm>
            <a:off x="5381625" y="1164431"/>
            <a:ext cx="2667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spc="60" kern="0" dirty="0">
                <a:solidFill>
                  <a:srgbClr val="73777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</a:t>
            </a:r>
            <a:endParaRPr lang="en-US" sz="998" dirty="0"/>
          </a:p>
        </p:txBody>
      </p:sp>
      <p:sp>
        <p:nvSpPr>
          <p:cNvPr id="21" name="Shape 13"/>
          <p:cNvSpPr/>
          <p:nvPr/>
        </p:nvSpPr>
        <p:spPr>
          <a:xfrm>
            <a:off x="5381625" y="1440656"/>
            <a:ext cx="3090863" cy="2319338"/>
          </a:xfrm>
          <a:prstGeom prst="rect">
            <a:avLst/>
          </a:prstGeom>
          <a:noFill/>
          <a:ln/>
        </p:spPr>
      </p:sp>
      <p:sp>
        <p:nvSpPr>
          <p:cNvPr id="22" name="Text 14"/>
          <p:cNvSpPr/>
          <p:nvPr/>
        </p:nvSpPr>
        <p:spPr>
          <a:xfrm>
            <a:off x="5381625" y="1440656"/>
            <a:ext cx="3090863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6"/>
              </a:lnSpc>
              <a:buNone/>
            </a:pPr>
            <a:r>
              <a:rPr lang="en-US" sz="2280" b="1" spc="-5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PTCG 的痛點</a:t>
            </a:r>
            <a:endParaRPr lang="en-US" sz="2280" dirty="0"/>
          </a:p>
        </p:txBody>
      </p:sp>
      <p:sp>
        <p:nvSpPr>
          <p:cNvPr id="23" name="Text 15"/>
          <p:cNvSpPr/>
          <p:nvPr/>
        </p:nvSpPr>
        <p:spPr>
          <a:xfrm>
            <a:off x="5381625" y="1997869"/>
            <a:ext cx="3090863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998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Pokémon TCG 的爆紅帶動了集換式卡牌的熱潮與二手市場的榮景，吸引大量玩家與投資者湧入。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&gt;卡牌網上下交易極具風險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&gt;店舖地域與信任制度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&gt;二手市場混亂</a:t>
            </a:r>
            <a:endParaRPr lang="en-US" sz="998" dirty="0"/>
          </a:p>
          <a:p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&gt;</a:t>
            </a:r>
            <a:pPr algn="l" indent="0" marL="0">
              <a:lnSpc>
                <a:spcPts val="1317"/>
              </a:lnSpc>
              <a:buNone/>
            </a:pPr>
            <a:r>
              <a:rPr lang="en-US" sz="998" b="1" spc="-1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價格不透明與資訊零碎</a:t>
            </a:r>
            <a:endParaRPr lang="en-US" sz="998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95375" y="4838700"/>
            <a:ext cx="695325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7250" y="1319213"/>
            <a:ext cx="3610259" cy="264420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1000" y="381000"/>
            <a:ext cx="3486150" cy="604838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3486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spc="60" kern="0" dirty="0">
                <a:solidFill>
                  <a:srgbClr val="73777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DATA SOURCES</a:t>
            </a:r>
            <a:endParaRPr lang="en-US" sz="998" dirty="0"/>
          </a:p>
        </p:txBody>
      </p:sp>
      <p:sp>
        <p:nvSpPr>
          <p:cNvPr id="5" name="Text 2"/>
          <p:cNvSpPr/>
          <p:nvPr/>
        </p:nvSpPr>
        <p:spPr>
          <a:xfrm>
            <a:off x="381000" y="619125"/>
            <a:ext cx="348615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736"/>
              </a:lnSpc>
              <a:buNone/>
            </a:pPr>
            <a:r>
              <a:rPr lang="en-US" sz="2280" b="1" spc="-5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願景</a:t>
            </a:r>
            <a:endParaRPr lang="en-US" sz="228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123950"/>
            <a:ext cx="3486150" cy="39052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2747963"/>
            <a:ext cx="3486150" cy="176213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000" y="3119438"/>
            <a:ext cx="3486150" cy="176213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1000" y="3590925"/>
            <a:ext cx="3486150" cy="176213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81000" y="2343150"/>
            <a:ext cx="3486150" cy="176213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81000" y="1866900"/>
            <a:ext cx="3486150" cy="1762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486150" cy="6048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3486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spc="60" kern="0" dirty="0">
                <a:solidFill>
                  <a:srgbClr val="73777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DATA SOURCES</a:t>
            </a:r>
            <a:endParaRPr lang="en-US" sz="998" dirty="0"/>
          </a:p>
        </p:txBody>
      </p:sp>
      <p:sp>
        <p:nvSpPr>
          <p:cNvPr id="4" name="Text 2"/>
          <p:cNvSpPr/>
          <p:nvPr/>
        </p:nvSpPr>
        <p:spPr>
          <a:xfrm>
            <a:off x="381000" y="619125"/>
            <a:ext cx="348615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736"/>
              </a:lnSpc>
              <a:buNone/>
            </a:pPr>
            <a:r>
              <a:rPr lang="en-US" sz="2280" b="1" spc="-5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核心功能</a:t>
            </a:r>
            <a:endParaRPr lang="en-US" sz="228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1557338"/>
            <a:ext cx="3486150" cy="56673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2476500"/>
            <a:ext cx="3486150" cy="56673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3395663"/>
            <a:ext cx="3486150" cy="39052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24400" y="3714566"/>
            <a:ext cx="2360107" cy="1009906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24400" y="2762250"/>
            <a:ext cx="2360107" cy="902919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114800" y="571500"/>
            <a:ext cx="1543050" cy="1966912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905500" y="952500"/>
            <a:ext cx="2843213" cy="1595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095500"/>
            <a:ext cx="4095750" cy="10953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572000" y="2095500"/>
            <a:ext cx="4095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spc="-3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HTML CSS JS BOOTSTRIP</a:t>
            </a:r>
            <a:endParaRPr lang="en-US" sz="1496" dirty="0"/>
          </a:p>
        </p:txBody>
      </p:sp>
      <p:sp>
        <p:nvSpPr>
          <p:cNvPr id="4" name="Text 2"/>
          <p:cNvSpPr/>
          <p:nvPr/>
        </p:nvSpPr>
        <p:spPr>
          <a:xfrm>
            <a:off x="4572000" y="2524125"/>
            <a:ext cx="4095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spc="-3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 Django</a:t>
            </a:r>
            <a:endParaRPr lang="en-US" sz="1496" dirty="0"/>
          </a:p>
        </p:txBody>
      </p:sp>
      <p:sp>
        <p:nvSpPr>
          <p:cNvPr id="5" name="Text 3"/>
          <p:cNvSpPr/>
          <p:nvPr/>
        </p:nvSpPr>
        <p:spPr>
          <a:xfrm>
            <a:off x="4572000" y="2952750"/>
            <a:ext cx="4095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spc="-30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 PostgreSQL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1190625" y="2457450"/>
            <a:ext cx="3381375" cy="366713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1190625" y="2457450"/>
            <a:ext cx="3381375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6"/>
              </a:lnSpc>
              <a:buNone/>
            </a:pPr>
            <a:r>
              <a:rPr lang="en-US" sz="2280" b="1" spc="-5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</a:t>
            </a:r>
            <a:endParaRPr lang="en-US" sz="228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5029200"/>
            <a:ext cx="91440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5029200"/>
            <a:ext cx="9144000" cy="114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7188" y="180975"/>
            <a:ext cx="8403515" cy="4733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5029200"/>
            <a:ext cx="9144000" cy="114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866775"/>
            <a:ext cx="8748713" cy="34147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3938" y="2405063"/>
            <a:ext cx="42863" cy="14763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52850" y="2354734"/>
            <a:ext cx="300188" cy="5032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33413" y="1166813"/>
            <a:ext cx="6286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ver. 3.12.13</a:t>
            </a:r>
            <a:endParaRPr lang="en-US" sz="534" dirty="0"/>
          </a:p>
        </p:txBody>
      </p:sp>
      <p:sp>
        <p:nvSpPr>
          <p:cNvPr id="7" name="Text 2"/>
          <p:cNvSpPr/>
          <p:nvPr/>
        </p:nvSpPr>
        <p:spPr>
          <a:xfrm>
            <a:off x="633413" y="1304925"/>
            <a:ext cx="5000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flowchart</a:t>
            </a:r>
            <a:endParaRPr lang="en-US" sz="534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4763" y="1190625"/>
            <a:ext cx="304800" cy="14763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884312" y="1219200"/>
            <a:ext cx="3066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534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95825" y="1190625"/>
            <a:ext cx="42863" cy="147638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053263" y="1938337"/>
            <a:ext cx="42863" cy="147638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676900" y="2238375"/>
            <a:ext cx="42863" cy="147638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600700" y="2538413"/>
            <a:ext cx="42863" cy="147638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381750" y="2543175"/>
            <a:ext cx="42863" cy="147638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805738" y="2209800"/>
            <a:ext cx="42863" cy="147638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820025" y="2509838"/>
            <a:ext cx="42863" cy="147638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872038" y="2543175"/>
            <a:ext cx="42863" cy="147638"/>
          </a:xfrm>
          <a:prstGeom prst="rect">
            <a:avLst/>
          </a:prstGeom>
        </p:spPr>
      </p:pic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143375" y="2500313"/>
            <a:ext cx="42863" cy="147638"/>
          </a:xfrm>
          <a:prstGeom prst="rect">
            <a:avLst/>
          </a:prstGeom>
        </p:spPr>
      </p:pic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348038" y="2500313"/>
            <a:ext cx="42863" cy="147638"/>
          </a:xfrm>
          <a:prstGeom prst="rect">
            <a:avLst/>
          </a:prstGeom>
        </p:spPr>
      </p:pic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553450" y="2209800"/>
            <a:ext cx="42863" cy="147638"/>
          </a:xfrm>
          <a:prstGeom prst="rect">
            <a:avLst/>
          </a:prstGeom>
        </p:spPr>
      </p:pic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286250" y="1190625"/>
            <a:ext cx="409575" cy="147638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4348163" y="1219200"/>
            <a:ext cx="2809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534" dirty="0"/>
          </a:p>
        </p:txBody>
      </p:sp>
      <p:pic>
        <p:nvPicPr>
          <p:cNvPr id="23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950494" y="1345406"/>
            <a:ext cx="541288" cy="237846"/>
          </a:xfrm>
          <a:prstGeom prst="rect">
            <a:avLst/>
          </a:prstGeom>
        </p:spPr>
      </p:pic>
      <p:pic>
        <p:nvPicPr>
          <p:cNvPr id="24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2119313" y="1581150"/>
            <a:ext cx="752475" cy="147638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2171700" y="1614488"/>
            <a:ext cx="6381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CUT URLS</a:t>
            </a:r>
            <a:endParaRPr lang="en-US" sz="534" dirty="0"/>
          </a:p>
        </p:txBody>
      </p:sp>
      <p:pic>
        <p:nvPicPr>
          <p:cNvPr id="26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3138488" y="1581150"/>
            <a:ext cx="390525" cy="147638"/>
          </a:xfrm>
          <a:prstGeom prst="rect">
            <a:avLst/>
          </a:prstGeom>
        </p:spPr>
      </p:pic>
      <p:sp>
        <p:nvSpPr>
          <p:cNvPr id="27" name="Text 6"/>
          <p:cNvSpPr/>
          <p:nvPr/>
        </p:nvSpPr>
        <p:spPr>
          <a:xfrm>
            <a:off x="3209925" y="1614488"/>
            <a:ext cx="3905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Banner</a:t>
            </a:r>
            <a:endParaRPr lang="en-US" sz="534" dirty="0"/>
          </a:p>
        </p:txBody>
      </p:sp>
      <p:pic>
        <p:nvPicPr>
          <p:cNvPr id="28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628650" y="2971800"/>
            <a:ext cx="1357313" cy="409575"/>
          </a:xfrm>
          <a:prstGeom prst="rect">
            <a:avLst/>
          </a:prstGeom>
        </p:spPr>
      </p:pic>
      <p:pic>
        <p:nvPicPr>
          <p:cNvPr id="29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4114800" y="1581150"/>
            <a:ext cx="276225" cy="147638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4143375" y="1614488"/>
            <a:ext cx="200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534" dirty="0"/>
          </a:p>
        </p:txBody>
      </p:sp>
      <p:pic>
        <p:nvPicPr>
          <p:cNvPr id="31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2871788" y="1666875"/>
            <a:ext cx="257175" cy="4763"/>
          </a:xfrm>
          <a:prstGeom prst="rect">
            <a:avLst/>
          </a:prstGeom>
        </p:spPr>
      </p:pic>
      <p:pic>
        <p:nvPicPr>
          <p:cNvPr id="32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3548063" y="1666875"/>
            <a:ext cx="561975" cy="4763"/>
          </a:xfrm>
          <a:prstGeom prst="rect">
            <a:avLst/>
          </a:prstGeom>
        </p:spPr>
      </p:pic>
      <p:pic>
        <p:nvPicPr>
          <p:cNvPr id="33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4257675" y="1733550"/>
            <a:ext cx="4763" cy="128588"/>
          </a:xfrm>
          <a:prstGeom prst="rect">
            <a:avLst/>
          </a:prstGeom>
        </p:spPr>
      </p:pic>
      <p:pic>
        <p:nvPicPr>
          <p:cNvPr id="34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812741" y="1852612"/>
            <a:ext cx="7173757" cy="1585925"/>
          </a:xfrm>
          <a:prstGeom prst="rect">
            <a:avLst/>
          </a:prstGeom>
        </p:spPr>
      </p:pic>
      <p:pic>
        <p:nvPicPr>
          <p:cNvPr id="35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4662488" y="1864519"/>
            <a:ext cx="808109" cy="35719"/>
          </a:xfrm>
          <a:prstGeom prst="rect">
            <a:avLst/>
          </a:prstGeom>
        </p:spPr>
      </p:pic>
      <p:pic>
        <p:nvPicPr>
          <p:cNvPr id="36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981075" y="1938337"/>
            <a:ext cx="666750" cy="147638"/>
          </a:xfrm>
          <a:prstGeom prst="rect">
            <a:avLst/>
          </a:prstGeom>
        </p:spPr>
      </p:pic>
      <p:sp>
        <p:nvSpPr>
          <p:cNvPr id="37" name="Text 8"/>
          <p:cNvSpPr/>
          <p:nvPr/>
        </p:nvSpPr>
        <p:spPr>
          <a:xfrm>
            <a:off x="1076325" y="1971675"/>
            <a:ext cx="4905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Trade_Listings</a:t>
            </a:r>
            <a:endParaRPr lang="en-US" sz="534" dirty="0"/>
          </a:p>
        </p:txBody>
      </p:sp>
      <p:pic>
        <p:nvPicPr>
          <p:cNvPr id="38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2219325" y="1938337"/>
            <a:ext cx="457200" cy="147638"/>
          </a:xfrm>
          <a:prstGeom prst="rect">
            <a:avLst/>
          </a:prstGeom>
        </p:spPr>
      </p:pic>
      <p:sp>
        <p:nvSpPr>
          <p:cNvPr id="39" name="Text 9"/>
          <p:cNvSpPr/>
          <p:nvPr/>
        </p:nvSpPr>
        <p:spPr>
          <a:xfrm>
            <a:off x="2276475" y="1971675"/>
            <a:ext cx="371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Shops_list</a:t>
            </a:r>
            <a:endParaRPr lang="en-US" sz="534" dirty="0"/>
          </a:p>
        </p:txBody>
      </p:sp>
      <p:pic>
        <p:nvPicPr>
          <p:cNvPr id="40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3486150" y="1938337"/>
            <a:ext cx="291043" cy="147638"/>
          </a:xfrm>
          <a:prstGeom prst="rect">
            <a:avLst/>
          </a:prstGeom>
        </p:spPr>
      </p:pic>
      <p:sp>
        <p:nvSpPr>
          <p:cNvPr id="41" name="Text 10"/>
          <p:cNvSpPr/>
          <p:nvPr/>
        </p:nvSpPr>
        <p:spPr>
          <a:xfrm>
            <a:off x="3538538" y="1971675"/>
            <a:ext cx="214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</a:t>
            </a:r>
            <a:endParaRPr lang="en-US" sz="534" dirty="0"/>
          </a:p>
        </p:txBody>
      </p:sp>
      <p:pic>
        <p:nvPicPr>
          <p:cNvPr id="42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7110413" y="2007394"/>
            <a:ext cx="493784" cy="183356"/>
          </a:xfrm>
          <a:prstGeom prst="rect">
            <a:avLst/>
          </a:prstGeom>
        </p:spPr>
      </p:pic>
      <p:pic>
        <p:nvPicPr>
          <p:cNvPr id="43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5719763" y="2007394"/>
            <a:ext cx="681038" cy="35071"/>
          </a:xfrm>
          <a:prstGeom prst="rect">
            <a:avLst/>
          </a:prstGeom>
        </p:spPr>
      </p:pic>
      <p:pic>
        <p:nvPicPr>
          <p:cNvPr id="44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2171700" y="2238375"/>
            <a:ext cx="566738" cy="361950"/>
          </a:xfrm>
          <a:prstGeom prst="rect">
            <a:avLst/>
          </a:prstGeom>
        </p:spPr>
      </p:pic>
      <p:pic>
        <p:nvPicPr>
          <p:cNvPr id="45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557213" y="2243138"/>
            <a:ext cx="1500188" cy="361950"/>
          </a:xfrm>
          <a:prstGeom prst="rect">
            <a:avLst/>
          </a:prstGeom>
        </p:spPr>
      </p:pic>
      <p:pic>
        <p:nvPicPr>
          <p:cNvPr id="46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2928938" y="2243138"/>
            <a:ext cx="518127" cy="147638"/>
          </a:xfrm>
          <a:prstGeom prst="rect">
            <a:avLst/>
          </a:prstGeom>
        </p:spPr>
      </p:pic>
      <p:sp>
        <p:nvSpPr>
          <p:cNvPr id="47" name="Text 11"/>
          <p:cNvSpPr/>
          <p:nvPr/>
        </p:nvSpPr>
        <p:spPr>
          <a:xfrm>
            <a:off x="2981325" y="2276475"/>
            <a:ext cx="4238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Deck</a:t>
            </a:r>
            <a:endParaRPr lang="en-US" sz="534" dirty="0"/>
          </a:p>
        </p:txBody>
      </p:sp>
      <p:sp>
        <p:nvSpPr>
          <p:cNvPr id="48" name="Text 12"/>
          <p:cNvSpPr/>
          <p:nvPr/>
        </p:nvSpPr>
        <p:spPr>
          <a:xfrm>
            <a:off x="757238" y="2276475"/>
            <a:ext cx="1809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534" dirty="0"/>
          </a:p>
        </p:txBody>
      </p:sp>
      <p:sp>
        <p:nvSpPr>
          <p:cNvPr id="49" name="Text 13"/>
          <p:cNvSpPr/>
          <p:nvPr/>
        </p:nvSpPr>
        <p:spPr>
          <a:xfrm>
            <a:off x="1562100" y="2276475"/>
            <a:ext cx="433519" cy="9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Search/Filt</a:t>
            </a:r>
            <a:endParaRPr lang="en-US" sz="534" dirty="0"/>
          </a:p>
        </p:txBody>
      </p:sp>
      <p:sp>
        <p:nvSpPr>
          <p:cNvPr id="50" name="Text 14"/>
          <p:cNvSpPr/>
          <p:nvPr/>
        </p:nvSpPr>
        <p:spPr>
          <a:xfrm>
            <a:off x="2271713" y="2276475"/>
            <a:ext cx="433519" cy="9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Search/Filt</a:t>
            </a:r>
            <a:endParaRPr lang="en-US" sz="534" dirty="0"/>
          </a:p>
        </p:txBody>
      </p:sp>
      <p:pic>
        <p:nvPicPr>
          <p:cNvPr id="51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600075" y="2405063"/>
            <a:ext cx="428625" cy="147638"/>
          </a:xfrm>
          <a:prstGeom prst="rect">
            <a:avLst/>
          </a:prstGeom>
        </p:spPr>
      </p:pic>
      <p:sp>
        <p:nvSpPr>
          <p:cNvPr id="52" name="Text 15"/>
          <p:cNvSpPr/>
          <p:nvPr/>
        </p:nvSpPr>
        <p:spPr>
          <a:xfrm>
            <a:off x="642938" y="2438400"/>
            <a:ext cx="3286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Listing_ID</a:t>
            </a:r>
            <a:endParaRPr lang="en-US" sz="534" dirty="0"/>
          </a:p>
        </p:txBody>
      </p:sp>
      <p:pic>
        <p:nvPicPr>
          <p:cNvPr id="53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1557338" y="2405063"/>
            <a:ext cx="428625" cy="147638"/>
          </a:xfrm>
          <a:prstGeom prst="rect">
            <a:avLst/>
          </a:prstGeom>
        </p:spPr>
      </p:pic>
      <p:sp>
        <p:nvSpPr>
          <p:cNvPr id="54" name="Text 16"/>
          <p:cNvSpPr/>
          <p:nvPr/>
        </p:nvSpPr>
        <p:spPr>
          <a:xfrm>
            <a:off x="1600200" y="2438400"/>
            <a:ext cx="3286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Listing_ID</a:t>
            </a:r>
            <a:endParaRPr lang="en-US" sz="534" dirty="0"/>
          </a:p>
        </p:txBody>
      </p:sp>
      <p:pic>
        <p:nvPicPr>
          <p:cNvPr id="55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2200275" y="2405063"/>
            <a:ext cx="514350" cy="147638"/>
          </a:xfrm>
          <a:prstGeom prst="rect">
            <a:avLst/>
          </a:prstGeom>
        </p:spPr>
      </p:pic>
      <p:sp>
        <p:nvSpPr>
          <p:cNvPr id="56" name="Text 17"/>
          <p:cNvSpPr/>
          <p:nvPr/>
        </p:nvSpPr>
        <p:spPr>
          <a:xfrm>
            <a:off x="2205038" y="2438400"/>
            <a:ext cx="5381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Search Shops</a:t>
            </a:r>
            <a:endParaRPr lang="en-US" sz="534" dirty="0"/>
          </a:p>
        </p:txBody>
      </p:sp>
      <p:pic>
        <p:nvPicPr>
          <p:cNvPr id="57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2957513" y="2500313"/>
            <a:ext cx="390525" cy="147638"/>
          </a:xfrm>
          <a:prstGeom prst="rect">
            <a:avLst/>
          </a:prstGeom>
        </p:spPr>
      </p:pic>
      <p:sp>
        <p:nvSpPr>
          <p:cNvPr id="58" name="Text 18"/>
          <p:cNvSpPr/>
          <p:nvPr/>
        </p:nvSpPr>
        <p:spPr>
          <a:xfrm>
            <a:off x="3005138" y="2533650"/>
            <a:ext cx="3000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Deck_ID</a:t>
            </a:r>
            <a:endParaRPr lang="en-US" sz="534" dirty="0"/>
          </a:p>
        </p:txBody>
      </p:sp>
      <p:pic>
        <p:nvPicPr>
          <p:cNvPr id="59" name="Image 38" descr="preencoded.png">    </p:cNvPr>
          <p:cNvPicPr>
            <a:picLocks noChangeAspect="1"/>
          </p:cNvPicPr>
          <p:nvPr/>
        </p:nvPicPr>
        <p:blipFill>
          <a:blip r:embed="rId39"/>
          <a:srcRect l="0" r="0" t="0" b="0"/>
          <a:stretch/>
        </p:blipFill>
        <p:spPr>
          <a:xfrm>
            <a:off x="3752850" y="2500313"/>
            <a:ext cx="390525" cy="147638"/>
          </a:xfrm>
          <a:prstGeom prst="rect">
            <a:avLst/>
          </a:prstGeom>
        </p:spPr>
      </p:pic>
      <p:sp>
        <p:nvSpPr>
          <p:cNvPr id="60" name="Text 19"/>
          <p:cNvSpPr/>
          <p:nvPr/>
        </p:nvSpPr>
        <p:spPr>
          <a:xfrm>
            <a:off x="3799963" y="2533650"/>
            <a:ext cx="3454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Card_ID</a:t>
            </a:r>
            <a:endParaRPr lang="en-US" sz="534" dirty="0"/>
          </a:p>
        </p:txBody>
      </p:sp>
      <p:pic>
        <p:nvPicPr>
          <p:cNvPr id="61" name="Image 39" descr="preencoded.png">    </p:cNvPr>
          <p:cNvPicPr>
            <a:picLocks noChangeAspect="1"/>
          </p:cNvPicPr>
          <p:nvPr/>
        </p:nvPicPr>
        <p:blipFill>
          <a:blip r:embed="rId40"/>
          <a:srcRect l="0" r="0" t="0" b="0"/>
          <a:stretch/>
        </p:blipFill>
        <p:spPr>
          <a:xfrm>
            <a:off x="2281238" y="2752725"/>
            <a:ext cx="314325" cy="147638"/>
          </a:xfrm>
          <a:prstGeom prst="rect">
            <a:avLst/>
          </a:prstGeom>
        </p:spPr>
      </p:pic>
      <p:sp>
        <p:nvSpPr>
          <p:cNvPr id="62" name="Text 20"/>
          <p:cNvSpPr/>
          <p:nvPr/>
        </p:nvSpPr>
        <p:spPr>
          <a:xfrm>
            <a:off x="2347913" y="2786063"/>
            <a:ext cx="200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</a:t>
            </a:r>
            <a:endParaRPr lang="en-US" sz="534" dirty="0"/>
          </a:p>
        </p:txBody>
      </p:sp>
      <p:pic>
        <p:nvPicPr>
          <p:cNvPr id="63" name="Image 40" descr="preencoded.png">    </p:cNvPr>
          <p:cNvPicPr>
            <a:picLocks noChangeAspect="1"/>
          </p:cNvPicPr>
          <p:nvPr/>
        </p:nvPicPr>
        <p:blipFill>
          <a:blip r:embed="rId41"/>
          <a:srcRect l="0" r="0" t="0" b="0"/>
          <a:stretch/>
        </p:blipFill>
        <p:spPr>
          <a:xfrm>
            <a:off x="1128713" y="2757488"/>
            <a:ext cx="314325" cy="147638"/>
          </a:xfrm>
          <a:prstGeom prst="rect">
            <a:avLst/>
          </a:prstGeom>
        </p:spPr>
      </p:pic>
      <p:sp>
        <p:nvSpPr>
          <p:cNvPr id="64" name="Text 21"/>
          <p:cNvSpPr/>
          <p:nvPr/>
        </p:nvSpPr>
        <p:spPr>
          <a:xfrm>
            <a:off x="1181100" y="2790825"/>
            <a:ext cx="2619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listing</a:t>
            </a:r>
            <a:endParaRPr lang="en-US" sz="534" dirty="0"/>
          </a:p>
        </p:txBody>
      </p:sp>
      <p:pic>
        <p:nvPicPr>
          <p:cNvPr id="65" name="Image 41" descr="preencoded.png">    </p:cNvPr>
          <p:cNvPicPr>
            <a:picLocks noChangeAspect="1"/>
          </p:cNvPicPr>
          <p:nvPr/>
        </p:nvPicPr>
        <p:blipFill>
          <a:blip r:embed="rId42"/>
          <a:srcRect l="0" r="0" t="0" b="0"/>
          <a:stretch/>
        </p:blipFill>
        <p:spPr>
          <a:xfrm>
            <a:off x="1133475" y="3095625"/>
            <a:ext cx="304800" cy="147638"/>
          </a:xfrm>
          <a:prstGeom prst="rect">
            <a:avLst/>
          </a:prstGeom>
        </p:spPr>
      </p:pic>
      <p:sp>
        <p:nvSpPr>
          <p:cNvPr id="66" name="Text 22"/>
          <p:cNvSpPr/>
          <p:nvPr/>
        </p:nvSpPr>
        <p:spPr>
          <a:xfrm>
            <a:off x="1207294" y="3128963"/>
            <a:ext cx="161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534" dirty="0"/>
          </a:p>
        </p:txBody>
      </p:sp>
      <p:sp>
        <p:nvSpPr>
          <p:cNvPr id="67" name="Text 23"/>
          <p:cNvSpPr/>
          <p:nvPr/>
        </p:nvSpPr>
        <p:spPr>
          <a:xfrm>
            <a:off x="1628775" y="3124200"/>
            <a:ext cx="285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聯絡賣家</a:t>
            </a:r>
            <a:endParaRPr lang="en-US" sz="534" dirty="0"/>
          </a:p>
        </p:txBody>
      </p:sp>
      <p:sp>
        <p:nvSpPr>
          <p:cNvPr id="68" name="Text 24"/>
          <p:cNvSpPr/>
          <p:nvPr/>
        </p:nvSpPr>
        <p:spPr>
          <a:xfrm>
            <a:off x="671513" y="3128963"/>
            <a:ext cx="285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回覆買家</a:t>
            </a:r>
            <a:endParaRPr lang="en-US" sz="534" dirty="0"/>
          </a:p>
        </p:txBody>
      </p:sp>
      <p:pic>
        <p:nvPicPr>
          <p:cNvPr id="69" name="Image 42" descr="preencoded.png">    </p:cNvPr>
          <p:cNvPicPr>
            <a:picLocks noChangeAspect="1"/>
          </p:cNvPicPr>
          <p:nvPr/>
        </p:nvPicPr>
        <p:blipFill>
          <a:blip r:embed="rId43"/>
          <a:srcRect l="0" r="0" t="0" b="0"/>
          <a:stretch/>
        </p:blipFill>
        <p:spPr>
          <a:xfrm>
            <a:off x="1009650" y="3452813"/>
            <a:ext cx="528638" cy="147638"/>
          </a:xfrm>
          <a:prstGeom prst="rect">
            <a:avLst/>
          </a:prstGeom>
        </p:spPr>
      </p:pic>
      <p:sp>
        <p:nvSpPr>
          <p:cNvPr id="70" name="Text 25"/>
          <p:cNvSpPr/>
          <p:nvPr/>
        </p:nvSpPr>
        <p:spPr>
          <a:xfrm>
            <a:off x="1140619" y="3486150"/>
            <a:ext cx="2428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534" dirty="0"/>
          </a:p>
        </p:txBody>
      </p:sp>
      <p:pic>
        <p:nvPicPr>
          <p:cNvPr id="71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4376738" y="1938337"/>
            <a:ext cx="528638" cy="147638"/>
          </a:xfrm>
          <a:prstGeom prst="rect">
            <a:avLst/>
          </a:prstGeom>
        </p:spPr>
      </p:pic>
      <p:sp>
        <p:nvSpPr>
          <p:cNvPr id="72" name="Text 26"/>
          <p:cNvSpPr/>
          <p:nvPr/>
        </p:nvSpPr>
        <p:spPr>
          <a:xfrm>
            <a:off x="4507706" y="1971675"/>
            <a:ext cx="2809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</a:t>
            </a:r>
            <a:endParaRPr lang="en-US" sz="534" dirty="0"/>
          </a:p>
        </p:txBody>
      </p:sp>
      <p:pic>
        <p:nvPicPr>
          <p:cNvPr id="73" name="Image 44" descr="preencoded.png">    </p:cNvPr>
          <p:cNvPicPr>
            <a:picLocks noChangeAspect="1"/>
          </p:cNvPicPr>
          <p:nvPr/>
        </p:nvPicPr>
        <p:blipFill>
          <a:blip r:embed="rId45"/>
          <a:srcRect l="0" r="0" t="0" b="0"/>
          <a:stretch/>
        </p:blipFill>
        <p:spPr>
          <a:xfrm>
            <a:off x="6419850" y="1938337"/>
            <a:ext cx="633413" cy="147638"/>
          </a:xfrm>
          <a:prstGeom prst="rect">
            <a:avLst/>
          </a:prstGeom>
        </p:spPr>
      </p:pic>
      <p:sp>
        <p:nvSpPr>
          <p:cNvPr id="74" name="Text 27"/>
          <p:cNvSpPr/>
          <p:nvPr/>
        </p:nvSpPr>
        <p:spPr>
          <a:xfrm>
            <a:off x="6550819" y="1971675"/>
            <a:ext cx="371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534" dirty="0"/>
          </a:p>
        </p:txBody>
      </p:sp>
      <p:pic>
        <p:nvPicPr>
          <p:cNvPr id="75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7329488" y="2209800"/>
            <a:ext cx="476250" cy="147638"/>
          </a:xfrm>
          <a:prstGeom prst="rect">
            <a:avLst/>
          </a:prstGeom>
        </p:spPr>
      </p:pic>
      <p:sp>
        <p:nvSpPr>
          <p:cNvPr id="76" name="Text 28"/>
          <p:cNvSpPr/>
          <p:nvPr/>
        </p:nvSpPr>
        <p:spPr>
          <a:xfrm>
            <a:off x="7460456" y="2243138"/>
            <a:ext cx="2190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534" dirty="0"/>
          </a:p>
        </p:txBody>
      </p:sp>
      <p:pic>
        <p:nvPicPr>
          <p:cNvPr id="77" name="Image 46" descr="preencoded.png">    </p:cNvPr>
          <p:cNvPicPr>
            <a:picLocks noChangeAspect="1"/>
          </p:cNvPicPr>
          <p:nvPr/>
        </p:nvPicPr>
        <p:blipFill>
          <a:blip r:embed="rId47"/>
          <a:srcRect l="0" r="0" t="0" b="0"/>
          <a:stretch/>
        </p:blipFill>
        <p:spPr>
          <a:xfrm>
            <a:off x="3714750" y="2238375"/>
            <a:ext cx="528638" cy="147638"/>
          </a:xfrm>
          <a:prstGeom prst="rect">
            <a:avLst/>
          </a:prstGeom>
        </p:spPr>
      </p:pic>
      <p:sp>
        <p:nvSpPr>
          <p:cNvPr id="78" name="Text 29"/>
          <p:cNvSpPr/>
          <p:nvPr/>
        </p:nvSpPr>
        <p:spPr>
          <a:xfrm>
            <a:off x="3771900" y="2271713"/>
            <a:ext cx="4191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Deck</a:t>
            </a:r>
            <a:endParaRPr lang="en-US" sz="534" dirty="0"/>
          </a:p>
        </p:txBody>
      </p:sp>
      <p:pic>
        <p:nvPicPr>
          <p:cNvPr id="79" name="Image 47" descr="preencoded.png">    </p:cNvPr>
          <p:cNvPicPr>
            <a:picLocks noChangeAspect="1"/>
          </p:cNvPicPr>
          <p:nvPr/>
        </p:nvPicPr>
        <p:blipFill>
          <a:blip r:embed="rId48"/>
          <a:srcRect l="0" r="0" t="0" b="0"/>
          <a:stretch/>
        </p:blipFill>
        <p:spPr>
          <a:xfrm>
            <a:off x="8024812" y="2209800"/>
            <a:ext cx="528638" cy="147638"/>
          </a:xfrm>
          <a:prstGeom prst="rect">
            <a:avLst/>
          </a:prstGeom>
        </p:spPr>
      </p:pic>
      <p:sp>
        <p:nvSpPr>
          <p:cNvPr id="80" name="Text 30"/>
          <p:cNvSpPr/>
          <p:nvPr/>
        </p:nvSpPr>
        <p:spPr>
          <a:xfrm>
            <a:off x="8172450" y="2243138"/>
            <a:ext cx="23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Logout</a:t>
            </a:r>
            <a:endParaRPr lang="en-US" sz="534" dirty="0"/>
          </a:p>
        </p:txBody>
      </p:sp>
      <p:pic>
        <p:nvPicPr>
          <p:cNvPr id="81" name="Image 48" descr="preencoded.png">    </p:cNvPr>
          <p:cNvPicPr>
            <a:picLocks noChangeAspect="1"/>
          </p:cNvPicPr>
          <p:nvPr/>
        </p:nvPicPr>
        <p:blipFill>
          <a:blip r:embed="rId49"/>
          <a:srcRect l="0" r="0" t="0" b="0"/>
          <a:stretch/>
        </p:blipFill>
        <p:spPr>
          <a:xfrm>
            <a:off x="5181600" y="1933575"/>
            <a:ext cx="528638" cy="147638"/>
          </a:xfrm>
          <a:prstGeom prst="rect">
            <a:avLst/>
          </a:prstGeom>
        </p:spPr>
      </p:pic>
      <p:sp>
        <p:nvSpPr>
          <p:cNvPr id="82" name="Text 31"/>
          <p:cNvSpPr/>
          <p:nvPr/>
        </p:nvSpPr>
        <p:spPr>
          <a:xfrm>
            <a:off x="5353050" y="1966912"/>
            <a:ext cx="1857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534" dirty="0"/>
          </a:p>
        </p:txBody>
      </p:sp>
      <p:pic>
        <p:nvPicPr>
          <p:cNvPr id="83" name="Image 49" descr="preencoded.png">    </p:cNvPr>
          <p:cNvPicPr>
            <a:picLocks noChangeAspect="1"/>
          </p:cNvPicPr>
          <p:nvPr/>
        </p:nvPicPr>
        <p:blipFill>
          <a:blip r:embed="rId50"/>
          <a:srcRect l="0" r="0" t="0" b="0"/>
          <a:stretch/>
        </p:blipFill>
        <p:spPr>
          <a:xfrm>
            <a:off x="5148263" y="2238375"/>
            <a:ext cx="528638" cy="147638"/>
          </a:xfrm>
          <a:prstGeom prst="rect">
            <a:avLst/>
          </a:prstGeom>
        </p:spPr>
      </p:pic>
      <p:sp>
        <p:nvSpPr>
          <p:cNvPr id="84" name="Text 32"/>
          <p:cNvSpPr/>
          <p:nvPr/>
        </p:nvSpPr>
        <p:spPr>
          <a:xfrm>
            <a:off x="5231606" y="2271713"/>
            <a:ext cx="371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Views</a:t>
            </a:r>
            <a:endParaRPr lang="en-US" sz="534" dirty="0"/>
          </a:p>
        </p:txBody>
      </p:sp>
      <p:pic>
        <p:nvPicPr>
          <p:cNvPr id="85" name="Image 50" descr="preencoded.png">    </p:cNvPr>
          <p:cNvPicPr>
            <a:picLocks noChangeAspect="1"/>
          </p:cNvPicPr>
          <p:nvPr/>
        </p:nvPicPr>
        <p:blipFill>
          <a:blip r:embed="rId51"/>
          <a:srcRect l="0" r="0" t="0" b="0"/>
          <a:stretch/>
        </p:blipFill>
        <p:spPr>
          <a:xfrm>
            <a:off x="7305675" y="2509838"/>
            <a:ext cx="514350" cy="147638"/>
          </a:xfrm>
          <a:prstGeom prst="rect">
            <a:avLst/>
          </a:prstGeom>
        </p:spPr>
      </p:pic>
      <p:sp>
        <p:nvSpPr>
          <p:cNvPr id="86" name="Text 33"/>
          <p:cNvSpPr/>
          <p:nvPr/>
        </p:nvSpPr>
        <p:spPr>
          <a:xfrm>
            <a:off x="7389019" y="2543175"/>
            <a:ext cx="347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EditProfile</a:t>
            </a:r>
            <a:endParaRPr lang="en-US" sz="534" dirty="0"/>
          </a:p>
        </p:txBody>
      </p:sp>
      <p:pic>
        <p:nvPicPr>
          <p:cNvPr id="87" name="Image 51" descr="preencoded.png">    </p:cNvPr>
          <p:cNvPicPr>
            <a:picLocks noChangeAspect="1"/>
          </p:cNvPicPr>
          <p:nvPr/>
        </p:nvPicPr>
        <p:blipFill>
          <a:blip r:embed="rId52"/>
          <a:srcRect l="0" r="0" t="0" b="0"/>
          <a:stretch/>
        </p:blipFill>
        <p:spPr>
          <a:xfrm>
            <a:off x="5176838" y="2538413"/>
            <a:ext cx="423863" cy="147638"/>
          </a:xfrm>
          <a:prstGeom prst="rect">
            <a:avLst/>
          </a:prstGeom>
        </p:spPr>
      </p:pic>
      <p:sp>
        <p:nvSpPr>
          <p:cNvPr id="88" name="Text 34"/>
          <p:cNvSpPr/>
          <p:nvPr/>
        </p:nvSpPr>
        <p:spPr>
          <a:xfrm>
            <a:off x="5248275" y="2571750"/>
            <a:ext cx="2667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534" dirty="0"/>
          </a:p>
        </p:txBody>
      </p:sp>
      <p:pic>
        <p:nvPicPr>
          <p:cNvPr id="89" name="Image 52" descr="preencoded.png">    </p:cNvPr>
          <p:cNvPicPr>
            <a:picLocks noChangeAspect="1"/>
          </p:cNvPicPr>
          <p:nvPr/>
        </p:nvPicPr>
        <p:blipFill>
          <a:blip r:embed="rId53"/>
          <a:srcRect l="0" r="0" t="0" b="0"/>
          <a:stretch/>
        </p:blipFill>
        <p:spPr>
          <a:xfrm>
            <a:off x="4471988" y="2543175"/>
            <a:ext cx="400050" cy="147638"/>
          </a:xfrm>
          <a:prstGeom prst="rect">
            <a:avLst/>
          </a:prstGeom>
        </p:spPr>
      </p:pic>
      <p:sp>
        <p:nvSpPr>
          <p:cNvPr id="90" name="Text 35"/>
          <p:cNvSpPr/>
          <p:nvPr/>
        </p:nvSpPr>
        <p:spPr>
          <a:xfrm>
            <a:off x="4598194" y="2576513"/>
            <a:ext cx="1524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534" dirty="0"/>
          </a:p>
        </p:txBody>
      </p:sp>
      <p:pic>
        <p:nvPicPr>
          <p:cNvPr id="91" name="Image 53" descr="preencoded.png">    </p:cNvPr>
          <p:cNvPicPr>
            <a:picLocks noChangeAspect="1"/>
          </p:cNvPicPr>
          <p:nvPr/>
        </p:nvPicPr>
        <p:blipFill>
          <a:blip r:embed="rId54"/>
          <a:srcRect l="0" r="0" t="0" b="0"/>
          <a:stretch/>
        </p:blipFill>
        <p:spPr>
          <a:xfrm>
            <a:off x="6096000" y="2543175"/>
            <a:ext cx="285750" cy="147638"/>
          </a:xfrm>
          <a:prstGeom prst="rect">
            <a:avLst/>
          </a:prstGeom>
        </p:spPr>
      </p:pic>
      <p:sp>
        <p:nvSpPr>
          <p:cNvPr id="92" name="Text 36"/>
          <p:cNvSpPr/>
          <p:nvPr/>
        </p:nvSpPr>
        <p:spPr>
          <a:xfrm>
            <a:off x="6146006" y="2576513"/>
            <a:ext cx="161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534" dirty="0"/>
          </a:p>
        </p:txBody>
      </p:sp>
      <p:pic>
        <p:nvPicPr>
          <p:cNvPr id="93" name="Image 54" descr="preencoded.png">    </p:cNvPr>
          <p:cNvPicPr>
            <a:picLocks noChangeAspect="1"/>
          </p:cNvPicPr>
          <p:nvPr/>
        </p:nvPicPr>
        <p:blipFill>
          <a:blip r:embed="rId55"/>
          <a:srcRect l="0" r="0" t="0" b="0"/>
          <a:stretch/>
        </p:blipFill>
        <p:spPr>
          <a:xfrm>
            <a:off x="4405313" y="2833688"/>
            <a:ext cx="561975" cy="542925"/>
          </a:xfrm>
          <a:prstGeom prst="rect">
            <a:avLst/>
          </a:prstGeom>
        </p:spPr>
      </p:pic>
      <p:sp>
        <p:nvSpPr>
          <p:cNvPr id="94" name="Text 37"/>
          <p:cNvSpPr/>
          <p:nvPr/>
        </p:nvSpPr>
        <p:spPr>
          <a:xfrm>
            <a:off x="4495800" y="2905125"/>
            <a:ext cx="2428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ID</a:t>
            </a:r>
            <a:endParaRPr lang="en-US" sz="534" dirty="0"/>
          </a:p>
        </p:txBody>
      </p:sp>
      <p:sp>
        <p:nvSpPr>
          <p:cNvPr id="95" name="Text 38"/>
          <p:cNvSpPr/>
          <p:nvPr/>
        </p:nvSpPr>
        <p:spPr>
          <a:xfrm>
            <a:off x="4486275" y="3014663"/>
            <a:ext cx="13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534" dirty="0"/>
          </a:p>
        </p:txBody>
      </p:sp>
      <p:pic>
        <p:nvPicPr>
          <p:cNvPr id="96" name="Image 55" descr="preencoded.png">    </p:cNvPr>
          <p:cNvPicPr>
            <a:picLocks noChangeAspect="1"/>
          </p:cNvPicPr>
          <p:nvPr/>
        </p:nvPicPr>
        <p:blipFill>
          <a:blip r:embed="rId56"/>
          <a:srcRect l="0" r="0" t="0" b="0"/>
          <a:stretch/>
        </p:blipFill>
        <p:spPr>
          <a:xfrm>
            <a:off x="5700713" y="2833688"/>
            <a:ext cx="1076325" cy="1195388"/>
          </a:xfrm>
          <a:prstGeom prst="rect">
            <a:avLst/>
          </a:prstGeom>
        </p:spPr>
      </p:pic>
      <p:pic>
        <p:nvPicPr>
          <p:cNvPr id="97" name="Image 56" descr="preencoded.png">    </p:cNvPr>
          <p:cNvPicPr>
            <a:picLocks noChangeAspect="1"/>
          </p:cNvPicPr>
          <p:nvPr/>
        </p:nvPicPr>
        <p:blipFill>
          <a:blip r:embed="rId57"/>
          <a:srcRect l="0" r="0" t="0" b="0"/>
          <a:stretch/>
        </p:blipFill>
        <p:spPr>
          <a:xfrm>
            <a:off x="7167563" y="2833688"/>
            <a:ext cx="814388" cy="781050"/>
          </a:xfrm>
          <a:prstGeom prst="rect">
            <a:avLst/>
          </a:prstGeom>
        </p:spPr>
      </p:pic>
      <p:sp>
        <p:nvSpPr>
          <p:cNvPr id="98" name="Text 39"/>
          <p:cNvSpPr/>
          <p:nvPr/>
        </p:nvSpPr>
        <p:spPr>
          <a:xfrm>
            <a:off x="6081713" y="2867025"/>
            <a:ext cx="3000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Chats</a:t>
            </a:r>
            <a:endParaRPr lang="en-US" sz="534" dirty="0"/>
          </a:p>
        </p:txBody>
      </p:sp>
      <p:sp>
        <p:nvSpPr>
          <p:cNvPr id="99" name="Text 40"/>
          <p:cNvSpPr/>
          <p:nvPr/>
        </p:nvSpPr>
        <p:spPr>
          <a:xfrm>
            <a:off x="4486275" y="3219450"/>
            <a:ext cx="200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Chats</a:t>
            </a:r>
            <a:endParaRPr lang="en-US" sz="534" dirty="0"/>
          </a:p>
        </p:txBody>
      </p:sp>
      <p:sp>
        <p:nvSpPr>
          <p:cNvPr id="100" name="Text 41"/>
          <p:cNvSpPr/>
          <p:nvPr/>
        </p:nvSpPr>
        <p:spPr>
          <a:xfrm>
            <a:off x="7240898" y="2880399"/>
            <a:ext cx="610832" cy="8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Name</a:t>
            </a:r>
            <a:endParaRPr lang="en-US" sz="534" dirty="0"/>
          </a:p>
        </p:txBody>
      </p:sp>
      <p:sp>
        <p:nvSpPr>
          <p:cNvPr id="101" name="Text 42"/>
          <p:cNvSpPr/>
          <p:nvPr/>
        </p:nvSpPr>
        <p:spPr>
          <a:xfrm>
            <a:off x="5986463" y="3014663"/>
            <a:ext cx="4429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Selling Chats</a:t>
            </a:r>
            <a:endParaRPr lang="en-US" sz="534" dirty="0"/>
          </a:p>
        </p:txBody>
      </p:sp>
      <p:sp>
        <p:nvSpPr>
          <p:cNvPr id="102" name="Text 43"/>
          <p:cNvSpPr/>
          <p:nvPr/>
        </p:nvSpPr>
        <p:spPr>
          <a:xfrm>
            <a:off x="7240898" y="3023274"/>
            <a:ext cx="610832" cy="8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Email</a:t>
            </a:r>
            <a:endParaRPr lang="en-US" sz="534" dirty="0"/>
          </a:p>
        </p:txBody>
      </p:sp>
      <p:sp>
        <p:nvSpPr>
          <p:cNvPr id="103" name="Text 44"/>
          <p:cNvSpPr/>
          <p:nvPr/>
        </p:nvSpPr>
        <p:spPr>
          <a:xfrm>
            <a:off x="5772150" y="3162300"/>
            <a:ext cx="8239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Transactions</a:t>
            </a:r>
            <a:endParaRPr lang="en-US" sz="534" dirty="0"/>
          </a:p>
        </p:txBody>
      </p:sp>
      <p:sp>
        <p:nvSpPr>
          <p:cNvPr id="104" name="Text 45"/>
          <p:cNvSpPr/>
          <p:nvPr/>
        </p:nvSpPr>
        <p:spPr>
          <a:xfrm>
            <a:off x="7240898" y="3166150"/>
            <a:ext cx="610832" cy="8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534" dirty="0"/>
          </a:p>
        </p:txBody>
      </p:sp>
      <p:sp>
        <p:nvSpPr>
          <p:cNvPr id="105" name="Text 46"/>
          <p:cNvSpPr/>
          <p:nvPr/>
        </p:nvSpPr>
        <p:spPr>
          <a:xfrm>
            <a:off x="7240898" y="3309025"/>
            <a:ext cx="610832" cy="8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Bio</a:t>
            </a:r>
            <a:endParaRPr lang="en-US" sz="534" dirty="0"/>
          </a:p>
        </p:txBody>
      </p:sp>
      <p:sp>
        <p:nvSpPr>
          <p:cNvPr id="106" name="Text 47"/>
          <p:cNvSpPr/>
          <p:nvPr/>
        </p:nvSpPr>
        <p:spPr>
          <a:xfrm>
            <a:off x="5748338" y="3309938"/>
            <a:ext cx="957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Spam → Restore to "Buying"</a:t>
            </a:r>
            <a:endParaRPr lang="en-US" sz="534" dirty="0"/>
          </a:p>
        </p:txBody>
      </p:sp>
      <p:sp>
        <p:nvSpPr>
          <p:cNvPr id="107" name="Text 48"/>
          <p:cNvSpPr/>
          <p:nvPr/>
        </p:nvSpPr>
        <p:spPr>
          <a:xfrm>
            <a:off x="7239000" y="3451899"/>
            <a:ext cx="695325" cy="8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Phone num</a:t>
            </a:r>
            <a:endParaRPr lang="en-US" sz="534" dirty="0"/>
          </a:p>
        </p:txBody>
      </p:sp>
      <p:sp>
        <p:nvSpPr>
          <p:cNvPr id="108" name="Text 49"/>
          <p:cNvSpPr/>
          <p:nvPr/>
        </p:nvSpPr>
        <p:spPr>
          <a:xfrm>
            <a:off x="5988844" y="3457575"/>
            <a:ext cx="47148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Buying Chats</a:t>
            </a:r>
            <a:endParaRPr lang="en-US" sz="534" dirty="0"/>
          </a:p>
        </p:txBody>
      </p:sp>
      <p:sp>
        <p:nvSpPr>
          <p:cNvPr id="109" name="Text 50"/>
          <p:cNvSpPr/>
          <p:nvPr/>
        </p:nvSpPr>
        <p:spPr>
          <a:xfrm>
            <a:off x="5986463" y="3605213"/>
            <a:ext cx="4714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as spam</a:t>
            </a:r>
            <a:endParaRPr lang="en-US" sz="534" dirty="0"/>
          </a:p>
        </p:txBody>
      </p:sp>
      <p:sp>
        <p:nvSpPr>
          <p:cNvPr id="110" name="Text 51"/>
          <p:cNvSpPr/>
          <p:nvPr/>
        </p:nvSpPr>
        <p:spPr>
          <a:xfrm>
            <a:off x="5788819" y="3752850"/>
            <a:ext cx="85725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Sold items marked "Sold" </a:t>
            </a:r>
            <a:endParaRPr lang="en-US" sz="534" dirty="0"/>
          </a:p>
        </p:txBody>
      </p:sp>
      <p:sp>
        <p:nvSpPr>
          <p:cNvPr id="111" name="Text 52"/>
          <p:cNvSpPr/>
          <p:nvPr/>
        </p:nvSpPr>
        <p:spPr>
          <a:xfrm>
            <a:off x="6065044" y="3900488"/>
            <a:ext cx="3286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</a:t>
            </a:r>
            <a:endParaRPr lang="en-US" sz="534" dirty="0"/>
          </a:p>
        </p:txBody>
      </p:sp>
      <p:sp>
        <p:nvSpPr>
          <p:cNvPr id="112" name="Text 53"/>
          <p:cNvSpPr/>
          <p:nvPr/>
        </p:nvSpPr>
        <p:spPr>
          <a:xfrm>
            <a:off x="4486275" y="3109913"/>
            <a:ext cx="3286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</a:t>
            </a:r>
            <a:endParaRPr lang="en-US" sz="534" dirty="0"/>
          </a:p>
        </p:txBody>
      </p:sp>
      <p:pic>
        <p:nvPicPr>
          <p:cNvPr id="113" name="Image 57" descr="preencoded.png">    </p:cNvPr>
          <p:cNvPicPr>
            <a:picLocks noChangeAspect="1"/>
          </p:cNvPicPr>
          <p:nvPr/>
        </p:nvPicPr>
        <p:blipFill>
          <a:blip r:embed="rId58"/>
          <a:srcRect l="0" r="0" t="0" b="0"/>
          <a:stretch/>
        </p:blipFill>
        <p:spPr>
          <a:xfrm>
            <a:off x="1428750" y="3095625"/>
            <a:ext cx="42863" cy="147638"/>
          </a:xfrm>
          <a:prstGeom prst="rect">
            <a:avLst/>
          </a:prstGeom>
        </p:spPr>
      </p:pic>
      <p:pic>
        <p:nvPicPr>
          <p:cNvPr id="114" name="Image 58" descr="preencoded.png">    </p:cNvPr>
          <p:cNvPicPr>
            <a:picLocks noChangeAspect="1"/>
          </p:cNvPicPr>
          <p:nvPr/>
        </p:nvPicPr>
        <p:blipFill>
          <a:blip r:embed="rId59"/>
          <a:srcRect l="0" r="0" t="0" b="0"/>
          <a:stretch/>
        </p:blipFill>
        <p:spPr>
          <a:xfrm>
            <a:off x="4214813" y="2238375"/>
            <a:ext cx="42863" cy="147638"/>
          </a:xfrm>
          <a:prstGeom prst="rect">
            <a:avLst/>
          </a:prstGeom>
        </p:spPr>
      </p:pic>
      <p:pic>
        <p:nvPicPr>
          <p:cNvPr id="115" name="Image 59" descr="preencoded.png">    </p:cNvPr>
          <p:cNvPicPr>
            <a:picLocks noChangeAspect="1"/>
          </p:cNvPicPr>
          <p:nvPr/>
        </p:nvPicPr>
        <p:blipFill>
          <a:blip r:embed="rId60"/>
          <a:srcRect l="0" r="0" t="0" b="0"/>
          <a:stretch/>
        </p:blipFill>
        <p:spPr>
          <a:xfrm>
            <a:off x="1519238" y="3452813"/>
            <a:ext cx="42863" cy="147638"/>
          </a:xfrm>
          <a:prstGeom prst="rect">
            <a:avLst/>
          </a:prstGeom>
        </p:spPr>
      </p:pic>
      <p:pic>
        <p:nvPicPr>
          <p:cNvPr id="116" name="Image 60" descr="preencoded.png">    </p:cNvPr>
          <p:cNvPicPr>
            <a:picLocks noChangeAspect="1"/>
          </p:cNvPicPr>
          <p:nvPr/>
        </p:nvPicPr>
        <p:blipFill>
          <a:blip r:embed="rId61"/>
          <a:srcRect l="0" r="0" t="0" b="0"/>
          <a:stretch/>
        </p:blipFill>
        <p:spPr>
          <a:xfrm>
            <a:off x="5786438" y="2162175"/>
            <a:ext cx="4763" cy="47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" y="42863"/>
            <a:ext cx="6825716" cy="5100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446451" y="280644"/>
            <a:ext cx="4572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diagram</a:t>
            </a:r>
            <a:endParaRPr lang="en-US" sz="52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96770" y="322605"/>
            <a:ext cx="536172" cy="55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43400" y="401865"/>
            <a:ext cx="4476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Energy_Cost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energy_type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quantity</a:t>
            </a:r>
            <a:endParaRPr lang="en-US" sz="419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60598" y="518425"/>
            <a:ext cx="890513" cy="993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1148" y="644309"/>
            <a:ext cx="65722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Shoplist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shopname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address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district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website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monday~sunday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card_identification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phone_number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shop_logo</a:t>
            </a:r>
            <a:endParaRPr lang="en-US" sz="419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20570" y="872765"/>
            <a:ext cx="68666" cy="24244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58194" y="1087234"/>
            <a:ext cx="750643" cy="606109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413821" y="1497523"/>
            <a:ext cx="750643" cy="606109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413821" y="499775"/>
            <a:ext cx="750643" cy="606109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413821" y="2397362"/>
            <a:ext cx="750643" cy="606109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875549" y="1110546"/>
            <a:ext cx="750643" cy="606109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292914" y="1138520"/>
            <a:ext cx="536172" cy="55016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2518804" y="1161832"/>
            <a:ext cx="6334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energy_type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weakness_value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weakness_modifier</a:t>
            </a:r>
            <a:endParaRPr lang="en-US" sz="419" dirty="0"/>
          </a:p>
        </p:txBody>
      </p:sp>
      <p:sp>
        <p:nvSpPr>
          <p:cNvPr id="16" name="Text 5"/>
          <p:cNvSpPr/>
          <p:nvPr/>
        </p:nvSpPr>
        <p:spPr>
          <a:xfrm>
            <a:off x="1474431" y="1572121"/>
            <a:ext cx="138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</a:t>
            </a:r>
            <a:endParaRPr lang="en-US" sz="419" dirty="0"/>
          </a:p>
        </p:txBody>
      </p:sp>
      <p:sp>
        <p:nvSpPr>
          <p:cNvPr id="17" name="Text 6"/>
          <p:cNvSpPr/>
          <p:nvPr/>
        </p:nvSpPr>
        <p:spPr>
          <a:xfrm>
            <a:off x="1474431" y="574373"/>
            <a:ext cx="128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419" dirty="0"/>
          </a:p>
        </p:txBody>
      </p:sp>
      <p:sp>
        <p:nvSpPr>
          <p:cNvPr id="18" name="Text 7"/>
          <p:cNvSpPr/>
          <p:nvPr/>
        </p:nvSpPr>
        <p:spPr>
          <a:xfrm>
            <a:off x="1474431" y="2406686"/>
            <a:ext cx="317041" cy="7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DeckCard</a:t>
            </a:r>
            <a:endParaRPr lang="en-US" sz="419" dirty="0"/>
          </a:p>
        </p:txBody>
      </p:sp>
      <p:sp>
        <p:nvSpPr>
          <p:cNvPr id="19" name="Text 8"/>
          <p:cNvSpPr/>
          <p:nvPr/>
        </p:nvSpPr>
        <p:spPr>
          <a:xfrm>
            <a:off x="3959479" y="1171157"/>
            <a:ext cx="5810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title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description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damage_value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damage_modifier</a:t>
            </a:r>
            <a:endParaRPr lang="en-US" sz="419" dirty="0"/>
          </a:p>
        </p:txBody>
      </p:sp>
      <p:sp>
        <p:nvSpPr>
          <p:cNvPr id="20" name="Text 9"/>
          <p:cNvSpPr/>
          <p:nvPr/>
        </p:nvSpPr>
        <p:spPr>
          <a:xfrm>
            <a:off x="5339535" y="1194469"/>
            <a:ext cx="4524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title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description</a:t>
            </a:r>
            <a:endParaRPr lang="en-US" sz="419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26191" y="1646719"/>
            <a:ext cx="720291" cy="421018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208837" y="1693343"/>
            <a:ext cx="673568" cy="375397"/>
          </a:xfrm>
          <a:prstGeom prst="rect">
            <a:avLst/>
          </a:prstGeom>
        </p:spPr>
      </p:pic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220570" y="1716655"/>
            <a:ext cx="68666" cy="270418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3"/>
          <a:srcRect l="0" r="1" t="0" b="0"/>
          <a:stretch/>
        </p:blipFill>
        <p:spPr>
          <a:xfrm>
            <a:off x="3922179" y="2047683"/>
            <a:ext cx="662053" cy="965111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4010760" y="2108294"/>
            <a:ext cx="5238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category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photo_main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stage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rarity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title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hp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energy_type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card_number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transaction</a:t>
            </a:r>
            <a:endParaRPr lang="en-US" sz="419" dirty="0"/>
          </a:p>
        </p:txBody>
      </p:sp>
      <p:pic>
        <p:nvPicPr>
          <p:cNvPr id="2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2458194" y="1945111"/>
            <a:ext cx="750643" cy="606109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2518804" y="2061671"/>
            <a:ext cx="6429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Resistance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energy_type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resistance_value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resistance_modifier</a:t>
            </a:r>
            <a:endParaRPr lang="en-US" sz="419" dirty="0"/>
          </a:p>
        </p:txBody>
      </p:sp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5777796" y="2392699"/>
            <a:ext cx="797263" cy="815916"/>
          </a:xfrm>
          <a:prstGeom prst="rect">
            <a:avLst/>
          </a:prstGeom>
        </p:spPr>
      </p:pic>
      <p:pic>
        <p:nvPicPr>
          <p:cNvPr id="2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6747570" y="2397362"/>
            <a:ext cx="895173" cy="1142282"/>
          </a:xfrm>
          <a:prstGeom prst="rect">
            <a:avLst/>
          </a:prstGeom>
        </p:spPr>
      </p:pic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208837" y="2248166"/>
            <a:ext cx="718068" cy="68662"/>
          </a:xfrm>
          <a:prstGeom prst="rect">
            <a:avLst/>
          </a:prstGeom>
        </p:spPr>
      </p:pic>
      <p:pic>
        <p:nvPicPr>
          <p:cNvPr id="3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2164463" y="2700416"/>
            <a:ext cx="1741401" cy="68667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6808189" y="2420673"/>
            <a:ext cx="7810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Tradelist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sell_item_name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sell_item_main_photo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photo_2~photo_9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price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condition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+float identification_score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series_name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series_number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descriptions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deal_place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is_sold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list_date</a:t>
            </a:r>
            <a:endParaRPr lang="en-US" sz="419" dirty="0"/>
          </a:p>
        </p:txBody>
      </p:sp>
      <p:sp>
        <p:nvSpPr>
          <p:cNvPr id="33" name="Text 13"/>
          <p:cNvSpPr/>
          <p:nvPr/>
        </p:nvSpPr>
        <p:spPr>
          <a:xfrm>
            <a:off x="5852396" y="2476622"/>
            <a:ext cx="5810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TradingRecord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buyer_comment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buyer_star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seller_comment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seller_star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is_public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created_at</a:t>
            </a:r>
            <a:endParaRPr lang="en-US" sz="419" dirty="0"/>
          </a:p>
        </p:txBody>
      </p:sp>
      <p:pic>
        <p:nvPicPr>
          <p:cNvPr id="34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929253" y="2569869"/>
            <a:ext cx="676042" cy="638745"/>
          </a:xfrm>
          <a:prstGeom prst="rect">
            <a:avLst/>
          </a:prstGeom>
        </p:spPr>
      </p:pic>
      <p:sp>
        <p:nvSpPr>
          <p:cNvPr id="35" name="Text 14"/>
          <p:cNvSpPr/>
          <p:nvPr/>
        </p:nvSpPr>
        <p:spPr>
          <a:xfrm>
            <a:off x="4985193" y="2667779"/>
            <a:ext cx="571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content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created_at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is_read</a:t>
            </a:r>
            <a:endParaRPr lang="en-US" sz="419" dirty="0"/>
          </a:p>
        </p:txBody>
      </p:sp>
      <p:pic>
        <p:nvPicPr>
          <p:cNvPr id="36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3208837" y="2947522"/>
            <a:ext cx="706775" cy="527664"/>
          </a:xfrm>
          <a:prstGeom prst="rect">
            <a:avLst/>
          </a:prstGeom>
        </p:spPr>
      </p:pic>
      <p:pic>
        <p:nvPicPr>
          <p:cNvPr id="37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4220570" y="3003470"/>
            <a:ext cx="68666" cy="312379"/>
          </a:xfrm>
          <a:prstGeom prst="rect">
            <a:avLst/>
          </a:prstGeom>
        </p:spPr>
      </p:pic>
      <p:pic>
        <p:nvPicPr>
          <p:cNvPr id="38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2458194" y="3148004"/>
            <a:ext cx="750643" cy="606109"/>
          </a:xfrm>
          <a:prstGeom prst="rect">
            <a:avLst/>
          </a:prstGeom>
        </p:spPr>
      </p:pic>
      <p:pic>
        <p:nvPicPr>
          <p:cNvPr id="39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6178767" y="3208615"/>
            <a:ext cx="68666" cy="181833"/>
          </a:xfrm>
          <a:prstGeom prst="rect">
            <a:avLst/>
          </a:prstGeom>
        </p:spPr>
      </p:pic>
      <p:pic>
        <p:nvPicPr>
          <p:cNvPr id="40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6575068" y="3245914"/>
            <a:ext cx="154577" cy="166324"/>
          </a:xfrm>
          <a:prstGeom prst="rect">
            <a:avLst/>
          </a:prstGeom>
        </p:spPr>
      </p:pic>
      <p:sp>
        <p:nvSpPr>
          <p:cNvPr id="41" name="Text 15"/>
          <p:cNvSpPr/>
          <p:nvPr/>
        </p:nvSpPr>
        <p:spPr>
          <a:xfrm>
            <a:off x="2518804" y="3264563"/>
            <a:ext cx="4476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Retreat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energy_type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quantity</a:t>
            </a:r>
            <a:endParaRPr lang="en-US" sz="419" dirty="0"/>
          </a:p>
        </p:txBody>
      </p:sp>
      <p:pic>
        <p:nvPicPr>
          <p:cNvPr id="42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5269604" y="3297200"/>
            <a:ext cx="854748" cy="1191602"/>
          </a:xfrm>
          <a:prstGeom prst="rect">
            <a:avLst/>
          </a:prstGeom>
        </p:spPr>
      </p:pic>
      <p:pic>
        <p:nvPicPr>
          <p:cNvPr id="43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5554005" y="3315849"/>
            <a:ext cx="305851" cy="238121"/>
          </a:xfrm>
          <a:prstGeom prst="rect">
            <a:avLst/>
          </a:prstGeom>
        </p:spPr>
      </p:pic>
      <p:pic>
        <p:nvPicPr>
          <p:cNvPr id="44" name="Image 26" descr="preencoded.png">    </p:cNvPr>
          <p:cNvPicPr>
            <a:picLocks noChangeAspect="1"/>
          </p:cNvPicPr>
          <p:nvPr/>
        </p:nvPicPr>
        <p:blipFill>
          <a:blip r:embed="rId27"/>
          <a:srcRect l="0" r="1" t="0" b="0"/>
          <a:stretch/>
        </p:blipFill>
        <p:spPr>
          <a:xfrm>
            <a:off x="3922179" y="3320512"/>
            <a:ext cx="662053" cy="466238"/>
          </a:xfrm>
          <a:prstGeom prst="rect">
            <a:avLst/>
          </a:prstGeom>
        </p:spPr>
      </p:pic>
      <p:sp>
        <p:nvSpPr>
          <p:cNvPr id="45" name="Text 16"/>
          <p:cNvSpPr/>
          <p:nvPr/>
        </p:nvSpPr>
        <p:spPr>
          <a:xfrm>
            <a:off x="4010760" y="3381122"/>
            <a:ext cx="4143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name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total_cards</a:t>
            </a:r>
            <a:endParaRPr lang="en-US" sz="419" dirty="0"/>
          </a:p>
        </p:txBody>
      </p:sp>
      <p:pic>
        <p:nvPicPr>
          <p:cNvPr id="46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5899026" y="3404434"/>
            <a:ext cx="676042" cy="638746"/>
          </a:xfrm>
          <a:prstGeom prst="rect">
            <a:avLst/>
          </a:prstGeom>
        </p:spPr>
      </p:pic>
      <p:sp>
        <p:nvSpPr>
          <p:cNvPr id="47" name="Text 17"/>
          <p:cNvSpPr/>
          <p:nvPr/>
        </p:nvSpPr>
        <p:spPr>
          <a:xfrm>
            <a:off x="5959636" y="3460383"/>
            <a:ext cx="58745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created_at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updated_at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trade_finished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is_spam</a:t>
            </a:r>
            <a:endParaRPr lang="en-US" sz="419" dirty="0"/>
          </a:p>
        </p:txBody>
      </p:sp>
      <p:pic>
        <p:nvPicPr>
          <p:cNvPr id="48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7125230" y="3539643"/>
            <a:ext cx="68666" cy="121222"/>
          </a:xfrm>
          <a:prstGeom prst="rect">
            <a:avLst/>
          </a:prstGeom>
        </p:spPr>
      </p:pic>
      <p:pic>
        <p:nvPicPr>
          <p:cNvPr id="49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6915420" y="3670190"/>
            <a:ext cx="414951" cy="447588"/>
          </a:xfrm>
          <a:prstGeom prst="rect">
            <a:avLst/>
          </a:prstGeom>
        </p:spPr>
      </p:pic>
      <p:sp>
        <p:nvSpPr>
          <p:cNvPr id="50" name="Text 18"/>
          <p:cNvSpPr/>
          <p:nvPr/>
        </p:nvSpPr>
        <p:spPr>
          <a:xfrm>
            <a:off x="6990020" y="3693502"/>
            <a:ext cx="29051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phone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bio</a:t>
            </a:r>
            <a:endParaRPr lang="en-US" sz="419" dirty="0"/>
          </a:p>
        </p:txBody>
      </p:sp>
      <p:pic>
        <p:nvPicPr>
          <p:cNvPr id="51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6747576" y="4043180"/>
            <a:ext cx="249761" cy="183849"/>
          </a:xfrm>
          <a:prstGeom prst="rect">
            <a:avLst/>
          </a:prstGeom>
        </p:spPr>
      </p:pic>
      <p:pic>
        <p:nvPicPr>
          <p:cNvPr id="52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6253367" y="4066491"/>
            <a:ext cx="68666" cy="149196"/>
          </a:xfrm>
          <a:prstGeom prst="rect">
            <a:avLst/>
          </a:prstGeom>
        </p:spPr>
      </p:pic>
      <p:pic>
        <p:nvPicPr>
          <p:cNvPr id="53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6547089" y="4066491"/>
            <a:ext cx="68666" cy="149196"/>
          </a:xfrm>
          <a:prstGeom prst="rect">
            <a:avLst/>
          </a:prstGeom>
        </p:spPr>
      </p:pic>
      <p:pic>
        <p:nvPicPr>
          <p:cNvPr id="54" name="Image 33" descr="preencoded.png">    </p:cNvPr>
          <p:cNvPicPr>
            <a:picLocks noChangeAspect="1"/>
          </p:cNvPicPr>
          <p:nvPr/>
        </p:nvPicPr>
        <p:blipFill>
          <a:blip r:embed="rId34"/>
          <a:srcRect l="0" r="1" t="0" b="0"/>
          <a:stretch/>
        </p:blipFill>
        <p:spPr>
          <a:xfrm>
            <a:off x="3567838" y="4141089"/>
            <a:ext cx="759963" cy="601446"/>
          </a:xfrm>
          <a:prstGeom prst="rect">
            <a:avLst/>
          </a:prstGeom>
        </p:spPr>
      </p:pic>
      <p:pic>
        <p:nvPicPr>
          <p:cNvPr id="55" name="Image 34" descr="preencoded.png">    </p:cNvPr>
          <p:cNvPicPr>
            <a:picLocks noChangeAspect="1"/>
          </p:cNvPicPr>
          <p:nvPr/>
        </p:nvPicPr>
        <p:blipFill>
          <a:blip r:embed="rId35"/>
          <a:srcRect l="0" r="-1" t="0" b="0"/>
          <a:stretch/>
        </p:blipFill>
        <p:spPr>
          <a:xfrm>
            <a:off x="6239377" y="4211026"/>
            <a:ext cx="508202" cy="629420"/>
          </a:xfrm>
          <a:prstGeom prst="rect">
            <a:avLst/>
          </a:prstGeom>
        </p:spPr>
      </p:pic>
      <p:sp>
        <p:nvSpPr>
          <p:cNvPr id="56" name="Text 19"/>
          <p:cNvSpPr/>
          <p:nvPr/>
        </p:nvSpPr>
        <p:spPr>
          <a:xfrm>
            <a:off x="3661079" y="4266973"/>
            <a:ext cx="5810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BannersItem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banner_id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photo_banner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url_link</a:t>
            </a:r>
            <a:endParaRPr lang="en-US" sz="419" dirty="0"/>
          </a:p>
        </p:txBody>
      </p:sp>
      <p:sp>
        <p:nvSpPr>
          <p:cNvPr id="57" name="Text 20"/>
          <p:cNvSpPr/>
          <p:nvPr/>
        </p:nvSpPr>
        <p:spPr>
          <a:xfrm>
            <a:off x="6267348" y="4285623"/>
            <a:ext cx="40481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username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email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password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first_name</a:t>
            </a:r>
            <a:endParaRPr lang="en-US" sz="419" dirty="0"/>
          </a:p>
          <a:p>
            <a:pPr algn="l" indent="0" marL="0">
              <a:lnSpc>
                <a:spcPts val="506"/>
              </a:lnSpc>
              <a:buNone/>
            </a:pPr>
            <a:r>
              <a:rPr lang="en-US" sz="419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last_name</a:t>
            </a:r>
            <a:endParaRPr lang="en-US" sz="419" dirty="0"/>
          </a:p>
        </p:txBody>
      </p:sp>
      <p:sp>
        <p:nvSpPr>
          <p:cNvPr id="58" name="Text 21"/>
          <p:cNvSpPr/>
          <p:nvPr/>
        </p:nvSpPr>
        <p:spPr>
          <a:xfrm>
            <a:off x="4672822" y="2080320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sp>
        <p:nvSpPr>
          <p:cNvPr id="59" name="Text 22"/>
          <p:cNvSpPr/>
          <p:nvPr/>
        </p:nvSpPr>
        <p:spPr>
          <a:xfrm>
            <a:off x="3824269" y="2168905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sp>
        <p:nvSpPr>
          <p:cNvPr id="60" name="Text 23"/>
          <p:cNvSpPr/>
          <p:nvPr/>
        </p:nvSpPr>
        <p:spPr>
          <a:xfrm>
            <a:off x="3805619" y="2891573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sp>
        <p:nvSpPr>
          <p:cNvPr id="61" name="Text 24"/>
          <p:cNvSpPr/>
          <p:nvPr/>
        </p:nvSpPr>
        <p:spPr>
          <a:xfrm>
            <a:off x="3824269" y="2588519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sp>
        <p:nvSpPr>
          <p:cNvPr id="62" name="Text 25"/>
          <p:cNvSpPr/>
          <p:nvPr/>
        </p:nvSpPr>
        <p:spPr>
          <a:xfrm>
            <a:off x="4253201" y="3031444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63" name="Text 26"/>
          <p:cNvSpPr/>
          <p:nvPr/>
        </p:nvSpPr>
        <p:spPr>
          <a:xfrm>
            <a:off x="3241467" y="3465045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64" name="Text 27"/>
          <p:cNvSpPr/>
          <p:nvPr/>
        </p:nvSpPr>
        <p:spPr>
          <a:xfrm>
            <a:off x="3241467" y="2299452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65" name="Text 28"/>
          <p:cNvSpPr/>
          <p:nvPr/>
        </p:nvSpPr>
        <p:spPr>
          <a:xfrm>
            <a:off x="2183113" y="2723728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66" name="Text 29"/>
          <p:cNvSpPr/>
          <p:nvPr/>
        </p:nvSpPr>
        <p:spPr>
          <a:xfrm>
            <a:off x="3180857" y="1716655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67" name="Text 30"/>
          <p:cNvSpPr/>
          <p:nvPr/>
        </p:nvSpPr>
        <p:spPr>
          <a:xfrm>
            <a:off x="1847422" y="1390289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68" name="Text 31"/>
          <p:cNvSpPr/>
          <p:nvPr/>
        </p:nvSpPr>
        <p:spPr>
          <a:xfrm>
            <a:off x="4131980" y="1739967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69" name="Text 32"/>
          <p:cNvSpPr/>
          <p:nvPr/>
        </p:nvSpPr>
        <p:spPr>
          <a:xfrm>
            <a:off x="5213654" y="1581446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70" name="Text 33"/>
          <p:cNvSpPr/>
          <p:nvPr/>
        </p:nvSpPr>
        <p:spPr>
          <a:xfrm>
            <a:off x="4267191" y="886752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71" name="Text 34"/>
          <p:cNvSpPr/>
          <p:nvPr/>
        </p:nvSpPr>
        <p:spPr>
          <a:xfrm>
            <a:off x="4099350" y="3222602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sp>
        <p:nvSpPr>
          <p:cNvPr id="72" name="Text 35"/>
          <p:cNvSpPr/>
          <p:nvPr/>
        </p:nvSpPr>
        <p:spPr>
          <a:xfrm>
            <a:off x="4299831" y="1898488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sp>
        <p:nvSpPr>
          <p:cNvPr id="73" name="Text 36"/>
          <p:cNvSpPr/>
          <p:nvPr/>
        </p:nvSpPr>
        <p:spPr>
          <a:xfrm>
            <a:off x="4118000" y="1021961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sp>
        <p:nvSpPr>
          <p:cNvPr id="74" name="Text 37"/>
          <p:cNvSpPr/>
          <p:nvPr/>
        </p:nvSpPr>
        <p:spPr>
          <a:xfrm>
            <a:off x="3922179" y="1921800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sp>
        <p:nvSpPr>
          <p:cNvPr id="75" name="Text 38"/>
          <p:cNvSpPr/>
          <p:nvPr/>
        </p:nvSpPr>
        <p:spPr>
          <a:xfrm>
            <a:off x="1702882" y="1143183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sp>
        <p:nvSpPr>
          <p:cNvPr id="76" name="Text 39"/>
          <p:cNvSpPr/>
          <p:nvPr/>
        </p:nvSpPr>
        <p:spPr>
          <a:xfrm>
            <a:off x="1833432" y="2313439"/>
            <a:ext cx="57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523" dirty="0"/>
          </a:p>
        </p:txBody>
      </p:sp>
      <p:sp>
        <p:nvSpPr>
          <p:cNvPr id="77" name="Text 40"/>
          <p:cNvSpPr/>
          <p:nvPr/>
        </p:nvSpPr>
        <p:spPr>
          <a:xfrm>
            <a:off x="1707552" y="2122282"/>
            <a:ext cx="33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52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3" dirty="0"/>
          </a:p>
        </p:txBody>
      </p:sp>
      <p:pic>
        <p:nvPicPr>
          <p:cNvPr id="78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1791472" y="2122282"/>
            <a:ext cx="34342" cy="254099"/>
          </a:xfrm>
          <a:prstGeom prst="rect">
            <a:avLst/>
          </a:prstGeom>
        </p:spPr>
      </p:pic>
      <p:pic>
        <p:nvPicPr>
          <p:cNvPr id="79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1791472" y="1175820"/>
            <a:ext cx="34342" cy="2540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5029200"/>
            <a:ext cx="9144000" cy="114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85850" y="152400"/>
            <a:ext cx="6972300" cy="483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1295400" y="490538"/>
            <a:ext cx="4667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diagram</a:t>
            </a:r>
            <a:endParaRPr lang="en-US" sz="53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2913" y="947737"/>
            <a:ext cx="909638" cy="10144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6263" y="1076325"/>
            <a:ext cx="671513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Shoplist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shopname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address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district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website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monday~sunday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card_identification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phone_number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shop_logo</a:t>
            </a:r>
            <a:endParaRPr lang="en-US" sz="42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48388" y="938213"/>
            <a:ext cx="676275" cy="9858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38875" y="1000125"/>
            <a:ext cx="533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category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photo_main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stage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rarity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title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hp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energy_type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card_number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transaction</a:t>
            </a:r>
            <a:endParaRPr lang="en-US" sz="427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695575" y="1104900"/>
            <a:ext cx="776288" cy="614363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081338" y="2309813"/>
            <a:ext cx="4257675" cy="10001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90825" y="1185863"/>
            <a:ext cx="590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BannersItem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banner_id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photo_banner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url_link</a:t>
            </a:r>
            <a:endParaRPr lang="en-US" sz="427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871788" y="862013"/>
            <a:ext cx="409575" cy="14763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967038" y="895350"/>
            <a:ext cx="2428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Banner</a:t>
            </a:r>
            <a:endParaRPr lang="en-US" sz="534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57700" y="714375"/>
            <a:ext cx="457200" cy="14763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510088" y="747713"/>
            <a:ext cx="581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Shops_list</a:t>
            </a:r>
            <a:endParaRPr lang="en-US" sz="534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196013" y="671513"/>
            <a:ext cx="291043" cy="14763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248400" y="704850"/>
            <a:ext cx="214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</a:t>
            </a:r>
            <a:endParaRPr lang="en-US" sz="534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148013" y="3009900"/>
            <a:ext cx="914400" cy="1166813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3209925" y="3033713"/>
            <a:ext cx="80010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Tradelist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sell_item_name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sell_item_main_photo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+image photo_2~photo_9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price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condition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+float identification_score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series_name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series_number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descriptions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deal_place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is_sold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list_date</a:t>
            </a:r>
            <a:endParaRPr lang="en-US" sz="427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529263" y="3719512"/>
            <a:ext cx="776288" cy="652463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586413" y="3819525"/>
            <a:ext cx="5810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content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created_at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is_read</a:t>
            </a:r>
            <a:endParaRPr lang="en-US" sz="427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529263" y="2938463"/>
            <a:ext cx="776288" cy="652463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5591175" y="2995613"/>
            <a:ext cx="60007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created_at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updated_at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trade_finished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is_spam</a:t>
            </a:r>
            <a:endParaRPr lang="en-US" sz="427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552950" y="3300413"/>
            <a:ext cx="528638" cy="64770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4662488" y="3395663"/>
            <a:ext cx="2952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phone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bio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+comment</a:t>
            </a:r>
            <a:endParaRPr lang="en-US" sz="427" dirty="0"/>
          </a:p>
        </p:txBody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062163" y="2695575"/>
            <a:ext cx="442913" cy="338138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2178844" y="2776538"/>
            <a:ext cx="223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2</a:t>
            </a:r>
            <a:endParaRPr lang="en-US" sz="534" dirty="0"/>
          </a:p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</a:t>
            </a:r>
            <a:endParaRPr lang="en-US" sz="534" dirty="0"/>
          </a:p>
        </p:txBody>
      </p:sp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933575" y="1214438"/>
            <a:ext cx="442913" cy="338138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2050256" y="1343025"/>
            <a:ext cx="214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1</a:t>
            </a:r>
            <a:endParaRPr lang="en-US" sz="534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062163" y="4300538"/>
            <a:ext cx="442913" cy="338138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2178844" y="4381500"/>
            <a:ext cx="228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3</a:t>
            </a:r>
            <a:endParaRPr lang="en-US" sz="534" dirty="0"/>
          </a:p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</a:t>
            </a:r>
            <a:endParaRPr lang="en-US" sz="534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214438" y="3571875"/>
            <a:ext cx="414338" cy="147638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1345406" y="3605213"/>
            <a:ext cx="161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534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552950" y="2428875"/>
            <a:ext cx="528638" cy="147638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4683919" y="2462213"/>
            <a:ext cx="271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534" dirty="0"/>
          </a:p>
        </p:txBody>
      </p:sp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3338513" y="2428875"/>
            <a:ext cx="528638" cy="147638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3469481" y="2462213"/>
            <a:ext cx="23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534" dirty="0"/>
          </a:p>
        </p:txBody>
      </p:sp>
      <p:pic>
        <p:nvPicPr>
          <p:cNvPr id="38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5643563" y="2428875"/>
            <a:ext cx="304800" cy="147638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5717381" y="2462213"/>
            <a:ext cx="161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534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2000250" y="3276600"/>
            <a:ext cx="519113" cy="642938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2028825" y="3352800"/>
            <a:ext cx="40957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username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email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password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first_name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+str last_name</a:t>
            </a:r>
            <a:endParaRPr lang="en-US" sz="427" dirty="0"/>
          </a:p>
        </p:txBody>
      </p:sp>
      <p:pic>
        <p:nvPicPr>
          <p:cNvPr id="42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2000250" y="2428875"/>
            <a:ext cx="528638" cy="147638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2131219" y="2462213"/>
            <a:ext cx="2809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</a:t>
            </a:r>
            <a:endParaRPr lang="en-US" sz="534" dirty="0"/>
          </a:p>
        </p:txBody>
      </p:sp>
      <p:pic>
        <p:nvPicPr>
          <p:cNvPr id="4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6972300" y="3233738"/>
            <a:ext cx="814388" cy="833438"/>
          </a:xfrm>
          <a:prstGeom prst="rect">
            <a:avLst/>
          </a:prstGeom>
        </p:spPr>
      </p:pic>
      <p:sp>
        <p:nvSpPr>
          <p:cNvPr id="45" name="Text 21"/>
          <p:cNvSpPr/>
          <p:nvPr/>
        </p:nvSpPr>
        <p:spPr>
          <a:xfrm>
            <a:off x="7048500" y="3319463"/>
            <a:ext cx="5953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TradingRecord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id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buyer_comment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buyer_star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+text seller_comment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+int seller_star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+bool is_public</a:t>
            </a:r>
            <a:endParaRPr lang="en-US" sz="427" dirty="0"/>
          </a:p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+datetime created_at</a:t>
            </a:r>
            <a:endParaRPr lang="en-US" sz="427" dirty="0"/>
          </a:p>
        </p:txBody>
      </p:sp>
      <p:pic>
        <p:nvPicPr>
          <p:cNvPr id="46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6977063" y="2428875"/>
            <a:ext cx="666750" cy="147638"/>
          </a:xfrm>
          <a:prstGeom prst="rect">
            <a:avLst/>
          </a:prstGeom>
        </p:spPr>
      </p:pic>
      <p:sp>
        <p:nvSpPr>
          <p:cNvPr id="47" name="Text 22"/>
          <p:cNvSpPr/>
          <p:nvPr/>
        </p:nvSpPr>
        <p:spPr>
          <a:xfrm>
            <a:off x="7072313" y="2462213"/>
            <a:ext cx="4905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Trade_Listings</a:t>
            </a:r>
            <a:endParaRPr lang="en-US" sz="534" dirty="0"/>
          </a:p>
        </p:txBody>
      </p:sp>
      <p:pic>
        <p:nvPicPr>
          <p:cNvPr id="48" name="Image 23" descr="preencoded.png">    </p:cNvPr>
          <p:cNvPicPr>
            <a:picLocks noChangeAspect="1"/>
          </p:cNvPicPr>
          <p:nvPr/>
        </p:nvPicPr>
        <p:blipFill>
          <a:blip r:embed="rId24"/>
          <a:srcRect l="0" r="14715" t="0" b="-292"/>
          <a:stretch/>
        </p:blipFill>
        <p:spPr>
          <a:xfrm>
            <a:off x="1591912" y="2886076"/>
            <a:ext cx="434829" cy="786852"/>
          </a:xfrm>
          <a:prstGeom prst="rect">
            <a:avLst/>
          </a:prstGeom>
        </p:spPr>
      </p:pic>
      <p:pic>
        <p:nvPicPr>
          <p:cNvPr id="49" name="Image 24" descr="preencoded.png">    </p:cNvPr>
          <p:cNvPicPr>
            <a:picLocks noChangeAspect="1"/>
          </p:cNvPicPr>
          <p:nvPr/>
        </p:nvPicPr>
        <p:blipFill>
          <a:blip r:embed="rId25"/>
          <a:srcRect l="0" r="16034" t="0" b="-266"/>
          <a:stretch/>
        </p:blipFill>
        <p:spPr>
          <a:xfrm>
            <a:off x="1598478" y="3670697"/>
            <a:ext cx="416514" cy="812974"/>
          </a:xfrm>
          <a:prstGeom prst="rect">
            <a:avLst/>
          </a:prstGeom>
        </p:spPr>
      </p:pic>
      <p:pic>
        <p:nvPicPr>
          <p:cNvPr id="50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2519363" y="2883694"/>
            <a:ext cx="1095375" cy="4763"/>
          </a:xfrm>
          <a:prstGeom prst="rect">
            <a:avLst/>
          </a:prstGeom>
        </p:spPr>
      </p:pic>
      <p:pic>
        <p:nvPicPr>
          <p:cNvPr id="51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2533650" y="4469606"/>
            <a:ext cx="1076325" cy="4763"/>
          </a:xfrm>
          <a:prstGeom prst="rect">
            <a:avLst/>
          </a:prstGeom>
        </p:spPr>
      </p:pic>
      <p:pic>
        <p:nvPicPr>
          <p:cNvPr id="52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3612356" y="2883694"/>
            <a:ext cx="4763" cy="126206"/>
          </a:xfrm>
          <a:prstGeom prst="rect">
            <a:avLst/>
          </a:prstGeom>
        </p:spPr>
      </p:pic>
      <p:pic>
        <p:nvPicPr>
          <p:cNvPr id="53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3607594" y="4176712"/>
            <a:ext cx="4763" cy="292894"/>
          </a:xfrm>
          <a:prstGeom prst="rect">
            <a:avLst/>
          </a:prstGeom>
        </p:spPr>
      </p:pic>
      <p:pic>
        <p:nvPicPr>
          <p:cNvPr id="54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4062412" y="3519488"/>
            <a:ext cx="490538" cy="4763"/>
          </a:xfrm>
          <a:prstGeom prst="rect">
            <a:avLst/>
          </a:prstGeom>
        </p:spPr>
      </p:pic>
      <p:pic>
        <p:nvPicPr>
          <p:cNvPr id="55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4062412" y="3652838"/>
            <a:ext cx="490538" cy="4763"/>
          </a:xfrm>
          <a:prstGeom prst="rect">
            <a:avLst/>
          </a:prstGeom>
        </p:spPr>
      </p:pic>
      <p:pic>
        <p:nvPicPr>
          <p:cNvPr id="56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5105400" y="3243263"/>
            <a:ext cx="426727" cy="322893"/>
          </a:xfrm>
          <a:prstGeom prst="rect">
            <a:avLst/>
          </a:prstGeom>
        </p:spPr>
      </p:pic>
      <p:pic>
        <p:nvPicPr>
          <p:cNvPr id="57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5091113" y="3567113"/>
            <a:ext cx="441499" cy="436773"/>
          </a:xfrm>
          <a:prstGeom prst="rect">
            <a:avLst/>
          </a:prstGeom>
        </p:spPr>
      </p:pic>
      <p:pic>
        <p:nvPicPr>
          <p:cNvPr id="58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6317456" y="3250406"/>
            <a:ext cx="209550" cy="807244"/>
          </a:xfrm>
          <a:prstGeom prst="rect">
            <a:avLst/>
          </a:prstGeom>
        </p:spPr>
      </p:pic>
      <p:pic>
        <p:nvPicPr>
          <p:cNvPr id="59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6534094" y="3612356"/>
            <a:ext cx="438262" cy="14286"/>
          </a:xfrm>
          <a:prstGeom prst="rect">
            <a:avLst/>
          </a:prstGeom>
        </p:spPr>
      </p:pic>
      <p:pic>
        <p:nvPicPr>
          <p:cNvPr id="60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7405687" y="2814638"/>
            <a:ext cx="4763" cy="433388"/>
          </a:xfrm>
          <a:prstGeom prst="rect">
            <a:avLst/>
          </a:prstGeom>
        </p:spPr>
      </p:pic>
      <p:pic>
        <p:nvPicPr>
          <p:cNvPr id="61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7405687" y="4076700"/>
            <a:ext cx="4763" cy="495300"/>
          </a:xfrm>
          <a:prstGeom prst="rect">
            <a:avLst/>
          </a:prstGeom>
        </p:spPr>
      </p:pic>
      <p:pic>
        <p:nvPicPr>
          <p:cNvPr id="62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2519363" y="2814638"/>
            <a:ext cx="4886334" cy="19049"/>
          </a:xfrm>
          <a:prstGeom prst="rect">
            <a:avLst/>
          </a:prstGeom>
        </p:spPr>
      </p:pic>
      <p:pic>
        <p:nvPicPr>
          <p:cNvPr id="63" name="Image 38" descr="preencoded.png">    </p:cNvPr>
          <p:cNvPicPr>
            <a:picLocks noChangeAspect="1"/>
          </p:cNvPicPr>
          <p:nvPr/>
        </p:nvPicPr>
        <p:blipFill>
          <a:blip r:embed="rId39"/>
          <a:srcRect l="0" r="0" t="0" b="0"/>
          <a:stretch/>
        </p:blipFill>
        <p:spPr>
          <a:xfrm>
            <a:off x="2519363" y="4567238"/>
            <a:ext cx="4886334" cy="19049"/>
          </a:xfrm>
          <a:prstGeom prst="rect">
            <a:avLst/>
          </a:prstGeom>
        </p:spPr>
      </p:pic>
      <p:pic>
        <p:nvPicPr>
          <p:cNvPr id="64" name="Image 39" descr="preencoded.png">    </p:cNvPr>
          <p:cNvPicPr>
            <a:picLocks noChangeAspect="1"/>
          </p:cNvPicPr>
          <p:nvPr/>
        </p:nvPicPr>
        <p:blipFill>
          <a:blip r:embed="rId40"/>
          <a:srcRect l="0" r="1" t="0" b="49979"/>
          <a:stretch/>
        </p:blipFill>
        <p:spPr>
          <a:xfrm>
            <a:off x="2376488" y="1407320"/>
            <a:ext cx="319050" cy="4763"/>
          </a:xfrm>
          <a:prstGeom prst="rect">
            <a:avLst/>
          </a:prstGeom>
        </p:spPr>
      </p:pic>
      <p:pic>
        <p:nvPicPr>
          <p:cNvPr id="65" name="Image 40" descr="preencoded.png">    </p:cNvPr>
          <p:cNvPicPr>
            <a:picLocks noChangeAspect="1"/>
          </p:cNvPicPr>
          <p:nvPr/>
        </p:nvPicPr>
        <p:blipFill>
          <a:blip r:embed="rId41"/>
          <a:srcRect l="0" r="0" t="0" b="0"/>
          <a:stretch/>
        </p:blipFill>
        <p:spPr>
          <a:xfrm>
            <a:off x="3476625" y="1419225"/>
            <a:ext cx="781050" cy="4763"/>
          </a:xfrm>
          <a:prstGeom prst="rect">
            <a:avLst/>
          </a:prstGeom>
        </p:spPr>
      </p:pic>
      <p:pic>
        <p:nvPicPr>
          <p:cNvPr id="66" name="Image 41" descr="preencoded.png">    </p:cNvPr>
          <p:cNvPicPr>
            <a:picLocks noChangeAspect="1"/>
          </p:cNvPicPr>
          <p:nvPr/>
        </p:nvPicPr>
        <p:blipFill>
          <a:blip r:embed="rId42"/>
          <a:srcRect l="0" r="0" t="0" b="0"/>
          <a:stretch/>
        </p:blipFill>
        <p:spPr>
          <a:xfrm>
            <a:off x="3919538" y="1962150"/>
            <a:ext cx="770586" cy="1036300"/>
          </a:xfrm>
          <a:prstGeom prst="rect">
            <a:avLst/>
          </a:prstGeom>
        </p:spPr>
      </p:pic>
      <p:pic>
        <p:nvPicPr>
          <p:cNvPr id="67" name="Image 42" descr="preencoded.png">    </p:cNvPr>
          <p:cNvPicPr>
            <a:picLocks noChangeAspect="1"/>
          </p:cNvPicPr>
          <p:nvPr/>
        </p:nvPicPr>
        <p:blipFill>
          <a:blip r:embed="rId43"/>
          <a:srcRect l="0" r="0" t="0" b="0"/>
          <a:stretch/>
        </p:blipFill>
        <p:spPr>
          <a:xfrm>
            <a:off x="5367338" y="1457325"/>
            <a:ext cx="776288" cy="4763"/>
          </a:xfrm>
          <a:prstGeom prst="rect">
            <a:avLst/>
          </a:prstGeom>
        </p:spPr>
      </p:pic>
      <p:pic>
        <p:nvPicPr>
          <p:cNvPr id="68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5367337" y="1452563"/>
            <a:ext cx="4763" cy="1662113"/>
          </a:xfrm>
          <a:prstGeom prst="rect">
            <a:avLst/>
          </a:prstGeom>
        </p:spPr>
      </p:pic>
      <p:pic>
        <p:nvPicPr>
          <p:cNvPr id="69" name="Image 44" descr="preencoded.png">    </p:cNvPr>
          <p:cNvPicPr>
            <a:picLocks noChangeAspect="1"/>
          </p:cNvPicPr>
          <p:nvPr/>
        </p:nvPicPr>
        <p:blipFill>
          <a:blip r:embed="rId45"/>
          <a:srcRect l="0" r="0" t="0" b="0"/>
          <a:stretch/>
        </p:blipFill>
        <p:spPr>
          <a:xfrm>
            <a:off x="4062412" y="3114675"/>
            <a:ext cx="1304925" cy="4763"/>
          </a:xfrm>
          <a:prstGeom prst="rect">
            <a:avLst/>
          </a:prstGeom>
        </p:spPr>
      </p:pic>
      <p:pic>
        <p:nvPicPr>
          <p:cNvPr id="70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3081337" y="1719263"/>
            <a:ext cx="4763" cy="585788"/>
          </a:xfrm>
          <a:prstGeom prst="rect">
            <a:avLst/>
          </a:prstGeom>
        </p:spPr>
      </p:pic>
      <p:pic>
        <p:nvPicPr>
          <p:cNvPr id="71" name="Image 46" descr="preencoded.png">    </p:cNvPr>
          <p:cNvPicPr>
            <a:picLocks noChangeAspect="1"/>
          </p:cNvPicPr>
          <p:nvPr/>
        </p:nvPicPr>
        <p:blipFill>
          <a:blip r:embed="rId47"/>
          <a:srcRect l="0" r="0" t="0" b="0"/>
          <a:stretch/>
        </p:blipFill>
        <p:spPr>
          <a:xfrm>
            <a:off x="3629025" y="2314575"/>
            <a:ext cx="4763" cy="114300"/>
          </a:xfrm>
          <a:prstGeom prst="rect">
            <a:avLst/>
          </a:prstGeom>
        </p:spPr>
      </p:pic>
      <p:pic>
        <p:nvPicPr>
          <p:cNvPr id="72" name="Image 47" descr="preencoded.png">    </p:cNvPr>
          <p:cNvPicPr>
            <a:picLocks noChangeAspect="1"/>
          </p:cNvPicPr>
          <p:nvPr/>
        </p:nvPicPr>
        <p:blipFill>
          <a:blip r:embed="rId48"/>
          <a:srcRect l="0" r="0" t="0" b="0"/>
          <a:stretch/>
        </p:blipFill>
        <p:spPr>
          <a:xfrm>
            <a:off x="5669756" y="1697831"/>
            <a:ext cx="478631" cy="6143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5029200"/>
            <a:ext cx="9144000" cy="114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04988" y="866775"/>
            <a:ext cx="5534025" cy="34147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081212" y="1071563"/>
            <a:ext cx="6286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ver. 3.12.13</a:t>
            </a:r>
            <a:endParaRPr lang="en-US" sz="534" dirty="0"/>
          </a:p>
        </p:txBody>
      </p:sp>
      <p:sp>
        <p:nvSpPr>
          <p:cNvPr id="5" name="Shape 2"/>
          <p:cNvSpPr/>
          <p:nvPr/>
        </p:nvSpPr>
        <p:spPr>
          <a:xfrm>
            <a:off x="3400425" y="1624013"/>
            <a:ext cx="461963" cy="276225"/>
          </a:xfrm>
          <a:prstGeom prst="rect">
            <a:avLst/>
          </a:prstGeom>
          <a:solidFill>
            <a:srgbClr val="D9D9D9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29000" y="1719263"/>
            <a:ext cx="4238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Card_Listing</a:t>
            </a:r>
            <a:endParaRPr lang="en-US" sz="534" dirty="0"/>
          </a:p>
        </p:txBody>
      </p:sp>
      <p:sp>
        <p:nvSpPr>
          <p:cNvPr id="7" name="Shape 4"/>
          <p:cNvSpPr/>
          <p:nvPr/>
        </p:nvSpPr>
        <p:spPr>
          <a:xfrm>
            <a:off x="2557463" y="2138363"/>
            <a:ext cx="461963" cy="276225"/>
          </a:xfrm>
          <a:prstGeom prst="rect">
            <a:avLst/>
          </a:prstGeom>
          <a:solidFill>
            <a:srgbClr val="D9D9D9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14613" y="2233613"/>
            <a:ext cx="3524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Banner</a:t>
            </a:r>
            <a:endParaRPr lang="en-US" sz="534" dirty="0"/>
          </a:p>
        </p:txBody>
      </p:sp>
      <p:sp>
        <p:nvSpPr>
          <p:cNvPr id="9" name="Shape 6"/>
          <p:cNvSpPr/>
          <p:nvPr/>
        </p:nvSpPr>
        <p:spPr>
          <a:xfrm>
            <a:off x="3400425" y="2657475"/>
            <a:ext cx="461963" cy="276225"/>
          </a:xfrm>
          <a:prstGeom prst="rect">
            <a:avLst/>
          </a:prstGeom>
          <a:solidFill>
            <a:srgbClr val="D9D9D9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09950" y="2752725"/>
            <a:ext cx="4524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Trade_Listing</a:t>
            </a:r>
            <a:endParaRPr lang="en-US" sz="534" dirty="0"/>
          </a:p>
        </p:txBody>
      </p:sp>
      <p:sp>
        <p:nvSpPr>
          <p:cNvPr id="11" name="Shape 8"/>
          <p:cNvSpPr/>
          <p:nvPr/>
        </p:nvSpPr>
        <p:spPr>
          <a:xfrm>
            <a:off x="6291263" y="1624013"/>
            <a:ext cx="461963" cy="276225"/>
          </a:xfrm>
          <a:prstGeom prst="rect">
            <a:avLst/>
          </a:prstGeom>
          <a:solidFill>
            <a:srgbClr val="D9D9D9"/>
          </a:solidFill>
          <a:ln w="4524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6988" y="1695450"/>
            <a:ext cx="295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Contact/</a:t>
            </a:r>
            <a:endParaRPr lang="en-US" sz="534" dirty="0"/>
          </a:p>
          <a:p>
            <a:pPr algn="ctr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Msg</a:t>
            </a:r>
            <a:endParaRPr lang="en-US" sz="534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65884" y="1776412"/>
            <a:ext cx="138113" cy="4763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30903" y="2933700"/>
            <a:ext cx="461963" cy="2762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2341" y="3028950"/>
            <a:ext cx="3238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</a:t>
            </a:r>
            <a:endParaRPr lang="en-US" sz="534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30903" y="2657475"/>
            <a:ext cx="461963" cy="2762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2816" y="2752725"/>
            <a:ext cx="3476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534" dirty="0"/>
          </a:p>
        </p:txBody>
      </p:sp>
      <p:sp>
        <p:nvSpPr>
          <p:cNvPr id="18" name="Text 12"/>
          <p:cNvSpPr/>
          <p:nvPr/>
        </p:nvSpPr>
        <p:spPr>
          <a:xfrm rot="-5400000">
            <a:off x="6103144" y="2245519"/>
            <a:ext cx="64293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1"/>
              </a:lnSpc>
              <a:buNone/>
            </a:pPr>
            <a:r>
              <a:rPr lang="en-US" sz="35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conversation</a:t>
            </a:r>
            <a:endParaRPr lang="en-US" sz="356" dirty="0"/>
          </a:p>
        </p:txBody>
      </p:sp>
      <p:sp>
        <p:nvSpPr>
          <p:cNvPr id="19" name="Text 13"/>
          <p:cNvSpPr/>
          <p:nvPr/>
        </p:nvSpPr>
        <p:spPr>
          <a:xfrm>
            <a:off x="4891088" y="2886075"/>
            <a:ext cx="30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1"/>
              </a:lnSpc>
              <a:buNone/>
            </a:pPr>
            <a:r>
              <a:rPr lang="en-US" sz="35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is_published?</a:t>
            </a:r>
            <a:endParaRPr lang="en-US" sz="356" dirty="0"/>
          </a:p>
          <a:p>
            <a:pPr algn="ctr" indent="0" marL="0">
              <a:lnSpc>
                <a:spcPts val="431"/>
              </a:lnSpc>
              <a:buNone/>
            </a:pPr>
            <a:r>
              <a:rPr lang="en-US" sz="35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is_soldOut?</a:t>
            </a:r>
            <a:endParaRPr lang="en-US" sz="356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043363" y="2138363"/>
            <a:ext cx="461963" cy="2762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100513" y="2233613"/>
            <a:ext cx="3429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Bookmark</a:t>
            </a:r>
            <a:endParaRPr lang="en-US" sz="534" dirty="0"/>
          </a:p>
        </p:txBody>
      </p:sp>
      <p:sp>
        <p:nvSpPr>
          <p:cNvPr id="22" name="Text 15"/>
          <p:cNvSpPr/>
          <p:nvPr/>
        </p:nvSpPr>
        <p:spPr>
          <a:xfrm>
            <a:off x="4062412" y="1990725"/>
            <a:ext cx="4238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1"/>
              </a:lnSpc>
              <a:buNone/>
            </a:pPr>
            <a:r>
              <a:rPr lang="en-US" sz="35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//card &amp; collection </a:t>
            </a:r>
            <a:endParaRPr lang="en-US" sz="356" dirty="0"/>
          </a:p>
          <a:p>
            <a:pPr algn="ctr" indent="0" marL="0">
              <a:lnSpc>
                <a:spcPts val="431"/>
              </a:lnSpc>
              <a:buNone/>
            </a:pPr>
            <a:r>
              <a:rPr lang="en-US" sz="35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card</a:t>
            </a:r>
            <a:endParaRPr lang="en-US" sz="356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86438" y="1652588"/>
            <a:ext cx="319088" cy="26193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838825" y="1724025"/>
            <a:ext cx="2190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1"/>
              </a:lnSpc>
              <a:buNone/>
            </a:pPr>
            <a:r>
              <a:rPr lang="en-US" sz="35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sucess or</a:t>
            </a:r>
            <a:endParaRPr lang="en-US" sz="356" dirty="0"/>
          </a:p>
          <a:p>
            <a:pPr algn="ctr" indent="0" marL="0">
              <a:lnSpc>
                <a:spcPts val="431"/>
              </a:lnSpc>
              <a:buNone/>
            </a:pPr>
            <a:r>
              <a:rPr lang="en-US" sz="35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</a:t>
            </a:r>
            <a:endParaRPr lang="en-US" sz="356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596097" y="1776411"/>
            <a:ext cx="2885703" cy="188481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633913" y="1695450"/>
            <a:ext cx="41433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1"/>
              </a:lnSpc>
              <a:buNone/>
            </a:pPr>
            <a:r>
              <a:rPr lang="en-US" sz="35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record</a:t>
            </a:r>
            <a:endParaRPr lang="en-US" sz="356" dirty="0"/>
          </a:p>
        </p:txBody>
      </p:sp>
      <p:sp>
        <p:nvSpPr>
          <p:cNvPr id="27" name="Text 18"/>
          <p:cNvSpPr/>
          <p:nvPr/>
        </p:nvSpPr>
        <p:spPr>
          <a:xfrm>
            <a:off x="4100513" y="1438275"/>
            <a:ext cx="104775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1"/>
              </a:lnSpc>
              <a:buNone/>
            </a:pPr>
            <a:r>
              <a:rPr lang="en-US" sz="35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record of listing</a:t>
            </a:r>
            <a:endParaRPr lang="en-US" sz="356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221831" y="1521619"/>
            <a:ext cx="2712244" cy="1296267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10088" y="2269331"/>
            <a:ext cx="1793946" cy="366713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286250" y="2438400"/>
            <a:ext cx="2001115" cy="9548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5029200"/>
            <a:ext cx="9144000" cy="11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8500" y="2281238"/>
            <a:ext cx="23383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88"/>
              </a:lnSpc>
              <a:buNone/>
            </a:pPr>
            <a:r>
              <a:rPr lang="en-US" sz="4988" b="1" spc="-125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</a:t>
            </a:r>
            <a:endParaRPr lang="en-US" sz="49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2026-08-25T02:07:35Z</dcterms:created>
  <dcterms:modified xsi:type="dcterms:W3CDTF">2026-08-25T02:07:35Z</dcterms:modified>
</cp:coreProperties>
</file>